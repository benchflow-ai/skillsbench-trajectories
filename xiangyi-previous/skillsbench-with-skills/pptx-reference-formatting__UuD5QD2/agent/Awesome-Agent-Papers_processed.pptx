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609600" y="612648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609600" y="612648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609600" y="612648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609600" y="612648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609600" y="612648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1."/>
            </a:pPr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  <a:p>
            <a:pPr>
              <a:buChar char="2."/>
            </a:pPr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  <a:p>
            <a:pPr>
              <a:buChar char="3."/>
            </a:pPr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</a:p>
          <a:p>
            <a:pPr>
              <a:buChar char="4."/>
            </a:pPr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