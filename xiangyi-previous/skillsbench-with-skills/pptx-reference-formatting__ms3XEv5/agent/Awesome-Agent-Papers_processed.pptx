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ns0:Relationships xmlns:ns0="http://schemas.openxmlformats.org/package/2006/relationships"><ns0:Relationship Id="rId8" Type="http://schemas.openxmlformats.org/officeDocument/2006/relationships/presProps" Target="presProps.xml"/><ns0:Relationship Id="rId3" Type="http://schemas.openxmlformats.org/officeDocument/2006/relationships/slide" Target="slides/slide2.xml"/><ns0:Relationship Id="rId7" Type="http://schemas.openxmlformats.org/officeDocument/2006/relationships/slide" Target="slides/slide6.xml"/><ns0:Relationship Id="rId2" Type="http://schemas.openxmlformats.org/officeDocument/2006/relationships/slide" Target="slides/slide1.xml"/><ns0:Relationship Id="rId1" Type="http://schemas.openxmlformats.org/officeDocument/2006/relationships/slideMaster" Target="slideMasters/slideMaster1.xml"/><ns0:Relationship Id="rId6" Type="http://schemas.openxmlformats.org/officeDocument/2006/relationships/slide" Target="slides/slide5.xml"/><ns0:Relationship Id="rId11" Type="http://schemas.openxmlformats.org/officeDocument/2006/relationships/tableStyles" Target="tableStyles.xml"/><ns0:Relationship Id="rId5" Type="http://schemas.openxmlformats.org/officeDocument/2006/relationships/slide" Target="slides/slide4.xml"/><ns0:Relationship Id="rId10" Type="http://schemas.openxmlformats.org/officeDocument/2006/relationships/theme" Target="theme/theme1.xml"/><ns0:Relationship Id="rId4" Type="http://schemas.openxmlformats.org/officeDocument/2006/relationships/slide" Target="slides/slide3.xml"/><ns0:Relationship Id="rId9" Type="http://schemas.openxmlformats.org/officeDocument/2006/relationships/viewProps" Target="viewProps.xml"/><ns0:Relationship Id="rId12" Type="http://schemas.openxmlformats.org/officeDocument/2006/relationships/slide" Target="slides/slide7.xml"/></ns0: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2852750" y="6358000"/>
            <a:ext cx="64865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i="0" dirty="0" sz="1600">
                <a:effectLst/>
                <a:latin typeface="Arial"/>
                <a:solidFill>
                  <a:srgbClr val="989596"/>
                </a:solidFill>
              </a:rPr>
              <a:t>Foam-Agent: Towards Automated Intelligent CFD Workflows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2624150" y="6358000"/>
            <a:ext cx="69437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>
                <a:latin typeface="Arial"/>
                <a:solidFill>
                  <a:srgbClr val="989596"/>
                </a:solidFill>
              </a:rPr>
              <a:t>ReAct</a:t>
            </a:r>
            <a:r>
              <a:rPr lang="en-US" dirty="0" sz="1600">
                <a:latin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2624150" y="6358000"/>
            <a:ext cx="69437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>
                <a:latin typeface="Arial"/>
                <a:solidFill>
                  <a:srgbClr val="989596"/>
                </a:solidFill>
              </a:rPr>
              <a:t>ReAct</a:t>
            </a:r>
            <a:r>
              <a:rPr lang="en-US" altLang="zh-CN" dirty="0" sz="1600">
                <a:latin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3938600" y="6358000"/>
            <a:ext cx="4314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>
                <a:latin typeface="Arial"/>
                <a:solidFill>
                  <a:srgbClr val="989596"/>
                </a:solidFill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1595450" y="6358000"/>
            <a:ext cx="90011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>
                <a:latin typeface="Arial"/>
                <a:solidFill>
                  <a:srgbClr val="989596"/>
                </a:solidFill>
              </a:rPr>
              <a:t>MultiAgentBench</a:t>
            </a:r>
            <a:r>
              <a:rPr lang="en-US" dirty="0" sz="1600">
                <a:latin typeface="Arial"/>
                <a:solidFill>
                  <a:srgbClr val="989596"/>
                </a:solidFill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 startAt="1"/>
            </a:pPr>
            <a:r>
              <a:rPr lang="en-US" dirty="0"/>
              <a:t>Foam-Agent: Towards Automated Intelligent CFD Workflows</a:t>
            </a:r>
            <a:endParaRPr lang="en-CN" dirty="0"/>
          </a:p>
          <a:p>
            <a:pPr lvl="0">
              <a:buAutoNum type="arabicPeriod" startAt="2"/>
            </a:pPr>
            <a:r>
              <a:rPr lang="en-US" dirty="0"/>
              <a:t>ReAct : Synergizing Reasoning and Acting in Language Models</a:t>
            </a:r>
            <a:endParaRPr lang="en-CN" dirty="0"/>
          </a:p>
          <a:p>
            <a:pPr lvl="0">
              <a:buAutoNum type="arabicPeriod" startAt="3"/>
            </a:pPr>
            <a:r>
              <a:rPr lang="en-US" dirty="0"/>
              <a:t>Why Do Multi-Agent LLM Systems Fail?</a:t>
            </a:r>
            <a:endParaRPr lang="en-CN" dirty="0"/>
          </a:p>
          <a:p>
            <a:pPr lvl="0">
              <a:buAutoNum type="arabicPeriod" startAt="4"/>
            </a:pPr>
            <a:r>
              <a:rPr lang="en-US" dirty="0"/>
              <a:t>MultiAgentBench  : Evaluating the Collaboration and Competition of LLM agents</a:t>
            </a:r>
            <a:endParaRPr lang="en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74</ns0:TotalTime>
  <ns0:Words>191</ns0:Words>
  <ns0:Application>Microsoft Office PowerPoint</ns0:Application>
  <ns0:PresentationFormat>宽屏</ns0:PresentationFormat>
  <ns0:Paragraphs>15</ns0:Paragraphs>
  <ns0:Slides>7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6</ns1:i4>
      </ns1:variant>
    </ns1:vector>
  </ns0:HeadingPairs>
  <ns0:TitlesOfParts>
    <ns1:vector size="11" baseType="lpstr">
      <ns1:lpstr>Aptos</ns1:lpstr>
      <ns1:lpstr>Aptos Display</ns1:lpstr>
      <ns1:lpstr>Lucida Grande</ns1:lpstr>
      <ns1:lpstr>Arial</ns1:lpstr>
      <ns1:lpstr>Office Theme</ns1:lpstr>
      <ns1:lpstr>Awesome-Agent-Papers</ns1:lpstr>
      <ns1:lpstr>Foam - Agent</ns1:lpstr>
      <ns1:lpstr>ReAct</ns1:lpstr>
      <ns1:lpstr>ReAct</ns1:lpstr>
      <ns1:lpstr>MAST</ns1:lpstr>
      <ns1:lpstr>MultiAgentBench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