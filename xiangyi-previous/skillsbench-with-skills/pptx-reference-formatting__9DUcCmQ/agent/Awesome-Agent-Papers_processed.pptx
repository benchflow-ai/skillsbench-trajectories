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ns3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2922600" y="6288668"/>
            <a:ext cx="63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effectLst/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2754960" y="6288668"/>
            <a:ext cx="668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2754960" y="6288668"/>
            <a:ext cx="668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3984320" y="6288668"/>
            <a:ext cx="42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749120" y="6288668"/>
            <a:ext cx="869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