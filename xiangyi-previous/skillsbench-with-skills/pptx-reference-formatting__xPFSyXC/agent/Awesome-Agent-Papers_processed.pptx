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596000" y="633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596000" y="633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596000" y="633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596000" y="633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596000" y="633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201</ns0:Words>
  <ns0:Application>Microsoft Office PowerPoint</ns0:Application>
  <ns0:PresentationFormat>宽屏</ns0:PresentationFormat>
  <ns0:Paragraphs>20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6</ns1:i4>
      </ns1:variant>
    </ns1:vector>
  </ns0:HeadingPairs>
  <ns0:TitlesOfParts>
    <ns1:vector size="11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