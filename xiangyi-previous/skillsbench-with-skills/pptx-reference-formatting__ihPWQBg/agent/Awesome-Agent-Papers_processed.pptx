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743200" y="6096000"/>
            <a:ext cx="67056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560320" y="6096000"/>
            <a:ext cx="7071359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560320" y="6096000"/>
            <a:ext cx="7071359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901440" y="6096000"/>
            <a:ext cx="438912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463040" y="6096000"/>
            <a:ext cx="926592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Foam-Agent: Towards Automated Intelligent CFD Workflows</a:t>
            </a:r>
          </a:p>
          <a:p>
            <a:pPr/>
            <a:r>
              <a:t>ReAct: Synergizing Reasoning and Acting in Language Models</a:t>
            </a:r>
          </a:p>
          <a:p>
            <a:pPr/>
            <a:r>
              <a:t>Why Do Multi-Agent LLM Systems Fail?</a:t>
            </a:r>
          </a:p>
          <a:p>
            <a:pPr/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