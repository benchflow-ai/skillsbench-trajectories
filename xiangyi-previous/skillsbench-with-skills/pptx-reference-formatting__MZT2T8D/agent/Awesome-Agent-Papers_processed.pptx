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1372200" y="5910000"/>
            <a:ext cx="7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latin typeface="Arial"/>
                <a:solidFill>
                  <a:srgbClr val="989596"/>
                </a:solidFill>
              </a:rPr>
              <a:t>Foam-Agent: Towards Automated Intelligent CFD Workflows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1372200" y="5910000"/>
            <a:ext cx="7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latin typeface="Arial"/>
                <a:solidFill>
                  <a:srgbClr val="989596"/>
                </a:solidFill>
              </a:rPr>
              <a:t>ReAct: Synergizing Reasoning and Acting in Language Models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1372200" y="5910000"/>
            <a:ext cx="7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latin typeface="Arial"/>
                <a:solidFill>
                  <a:srgbClr val="989596"/>
                </a:solidFill>
              </a:rPr>
              <a:t>ReAct: Synergizing Reasoning and Acting in Language Models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1372200" y="5910000"/>
            <a:ext cx="7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latin typeface="Arial"/>
                <a:solidFill>
                  <a:srgbClr val="989596"/>
                </a:solidFill>
              </a:rPr>
              <a:t>Why Do Multi-Agent LLM Systems Fail?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372200" y="5910000"/>
            <a:ext cx="7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latin typeface="Arial"/>
                <a:solidFill>
                  <a:srgbClr val="989596"/>
                </a:solidFill>
              </a:rPr>
              <a:t>MultiAgentBench : Evaluating the Collaboration and Competition of LLM agents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Foam-Agent: Towards Automated Intelligent CFD Workflows</a:t>
            </a:r>
            <a:endParaRPr lang="en-CN" dirty="0"/>
          </a:p>
          <a:p>
            <a:pPr lvl="0"/>
            <a:r>
              <a:rPr lang="en-US" dirty="0"/>
              <a:t>ReAct: Synergizing Reasoning and Acting in Language Models</a:t>
            </a:r>
            <a:endParaRPr lang="en-CN" dirty="0"/>
          </a:p>
          <a:p>
            <a:pPr lvl="0"/>
            <a:r>
              <a:rPr lang="en-US" dirty="0"/>
              <a:t>Why Do Multi-Agent LLM Systems Fail?</a:t>
            </a:r>
            <a:endParaRPr lang="en-CN" dirty="0"/>
          </a:p>
          <a:p>
            <a:pPr lvl="0"/>
            <a:r>
              <a:rPr lang="en-US" dirty="0"/>
              <a:t>MultiAgentBench : Evaluating the Collaboration and Competition of LLM agents</a:t>
            </a:r>
            <a:endParaRPr lang="en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