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2096000" y="6400000"/>
            <a:ext cx="8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i="0" dirty="0" sz="1600">
                <a:effectLst/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2096000" y="6400000"/>
            <a:ext cx="8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 sz="160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2096000" y="6400000"/>
            <a:ext cx="8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 sz="160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2096000" y="6400000"/>
            <a:ext cx="8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 sz="160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2096000" y="6400000"/>
            <a:ext cx="8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 sz="160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