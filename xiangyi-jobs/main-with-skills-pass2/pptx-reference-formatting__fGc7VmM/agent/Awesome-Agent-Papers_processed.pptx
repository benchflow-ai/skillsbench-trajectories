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457200" y="6260068"/>
            <a:ext cx="1127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457200" y="6260068"/>
            <a:ext cx="1127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457200" y="6260068"/>
            <a:ext cx="1127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457200" y="6260068"/>
            <a:ext cx="1127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457200" y="5983069"/>
            <a:ext cx="1127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CN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CN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CN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