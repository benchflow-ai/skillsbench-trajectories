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74320" y="6214348"/>
            <a:ext cx="116433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74320" y="6214348"/>
            <a:ext cx="116433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74320" y="6214348"/>
            <a:ext cx="116433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274320" y="6214348"/>
            <a:ext cx="116433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74320" y="5937349"/>
            <a:ext cx="116433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