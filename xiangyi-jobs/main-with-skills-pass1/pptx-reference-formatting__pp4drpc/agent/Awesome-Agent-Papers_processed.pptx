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4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572000" y="62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0" dirty="0" sz="1600" b="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572000" y="62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572000" y="62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572000" y="62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572000" y="6258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Foam-Agent: Towards Automated Intelligent CFD Workflows</a:t>
            </a:r>
            <a:endParaRPr lang="en-CN" dirty="0"/>
          </a:p>
          <a:p>
            <a:pPr lvl="0"/>
            <a:r>
              <a:rPr lang="en-US" dirty="0"/>
              <a:t>ReAct: Synergizing Reasoning and Acting in Language Models</a:t>
            </a:r>
            <a:endParaRPr lang="en-CN" dirty="0"/>
          </a:p>
          <a:p>
            <a:pPr lvl="0"/>
            <a:r>
              <a:rPr lang="en-US" dirty="0"/>
              <a:t>Why Do Multi-Agent LLM Systems Fail?</a:t>
            </a:r>
            <a:endParaRPr lang="en-CN" dirty="0"/>
          </a:p>
          <a:p>
            <a:pPr lvl="0"/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99999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