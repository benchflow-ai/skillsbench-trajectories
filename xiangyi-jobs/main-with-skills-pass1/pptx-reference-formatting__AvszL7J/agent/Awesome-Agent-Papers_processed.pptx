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3758500" y="6288668"/>
            <a:ext cx="467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effectLst/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3631000" y="6288668"/>
            <a:ext cx="49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ReAct</a:t>
            </a:r>
            <a:r>
              <a:rPr lang="en-US" dirty="0" sz="1600" b="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3631000" y="6288668"/>
            <a:ext cx="49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sz="1600" b="0">
                <a:latin typeface="Arial"/>
                <a:solidFill>
                  <a:srgbClr val="989596"/>
                </a:solidFill>
              </a:rPr>
              <a:t>ReAct</a:t>
            </a:r>
            <a:r>
              <a:rPr lang="en-US" altLang="zh-CN" dirty="0" sz="1600" b="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4566000" y="6288668"/>
            <a:ext cx="30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2866000" y="6288668"/>
            <a:ext cx="64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MultiAgentBench</a:t>
            </a:r>
            <a:r>
              <a:rPr lang="en-US" dirty="0" sz="1600" b="0">
                <a:latin typeface="Arial"/>
                <a:solidFill>
                  <a:srgbClr val="989596"/>
                </a:solidFill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5678-1234-1234-1234-12345678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54321-4321-4321-4321-CBA987654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000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