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457200" y="6126480"/>
            <a:ext cx="11277600" cy="457200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457200" y="6126480"/>
            <a:ext cx="11277600" cy="457200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457200" y="6126480"/>
            <a:ext cx="11277600" cy="457200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57200" y="6126480"/>
            <a:ext cx="11277600" cy="457200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457200" y="6126480"/>
            <a:ext cx="11277600" cy="457200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AutoNum type="arabicPeriod" startAt="1"/>
            </a:pPr>
            <a:r>
              <a:t>Foam-Agent: Towards Automated Intelligent CFD Workflows</a:t>
            </a:r>
          </a:p>
          <a:p>
            <a:pPr>
              <a:buAutoNum type="arabicPeriod"/>
            </a:pPr>
            <a:r>
              <a:t>ReAct: Synergizing Reasoning and Acting in Language Models</a:t>
            </a:r>
          </a:p>
          <a:p>
            <a:pPr>
              <a:buAutoNum type="arabicPeriod"/>
            </a:pPr>
            <a:r>
              <a:t>Why Do Multi-Agent LLM Systems Fail?</a:t>
            </a:r>
          </a:p>
          <a:p>
            <a:pPr>
              <a:buAutoNum type="arabicPeriod"/>
            </a:pPr>
            <a: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