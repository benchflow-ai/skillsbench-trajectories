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6172200"/>
            <a:ext cx="11277600" cy="41148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