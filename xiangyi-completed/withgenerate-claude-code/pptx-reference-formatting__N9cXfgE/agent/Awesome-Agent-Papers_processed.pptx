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0" y="6400800"/>
            <a:ext cx="1950720" cy="0"/>
          </a:xfrm>
        </p:spPr>
        <p:txBody>
          <a:bodyPr wrap="none"/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5920" y="6400800"/>
            <a:ext cx="1280160" cy="0"/>
          </a:xfrm>
        </p:spPr>
        <p:txBody>
          <a:bodyPr wrap="none"/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648606" y="4254090"/>
            <a:ext cx="7903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>
                <a:solidFill>
                  <a:srgbClr val="000000"/>
                </a:solidFill>
                <a:effectLst/>
                <a:latin typeface="Lucida Grande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9290" y="6400800"/>
            <a:ext cx="693420" cy="0"/>
          </a:xfrm>
        </p:spPr>
        <p:txBody>
          <a:bodyPr wrap="none"/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113221" y="500906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ReAct</a:t>
            </a:r>
            <a:r>
              <a:rPr lang="en-US" dirty="0"/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9290" y="6400800"/>
            <a:ext cx="693420" cy="0"/>
          </a:xfrm>
        </p:spPr>
        <p:txBody>
          <a:bodyPr wrap="none"/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71877" y="316100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ReAct</a:t>
            </a:r>
            <a:r>
              <a:rPr lang="en-US" altLang="zh-CN" dirty="0"/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00" y="6400800"/>
            <a:ext cx="609600" cy="0"/>
          </a:xfrm>
        </p:spPr>
        <p:txBody>
          <a:bodyPr wrap="none"/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69342" y="441391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190" y="6400800"/>
            <a:ext cx="1531620" cy="0"/>
          </a:xfrm>
        </p:spPr>
        <p:txBody>
          <a:bodyPr wrap="none"/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3335965" y="4001294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MultiAgentBench</a:t>
            </a:r>
            <a:r>
              <a:rPr lang="en-US" dirty="0"/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Awesome-Agent-Papers</a:t>
            </a:r>
          </a:p>
          <a:p>
            <a:pPr/>
            <a:r>
              <a:t>Foam - Agent</a:t>
            </a:r>
          </a:p>
          <a:p>
            <a:pPr/>
            <a:r>
              <a:t>ReAct</a:t>
            </a:r>
          </a:p>
          <a:p>
            <a:pPr/>
            <a:r>
              <a:t>MAST</a:t>
            </a:r>
          </a:p>
          <a:p>
            <a:pPr/>
            <a:r>
              <a:t>MultiAgentBench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