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2794000" y="6217920"/>
            <a:ext cx="660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2626360" y="6217920"/>
            <a:ext cx="693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2626360" y="6217920"/>
            <a:ext cx="693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3855720" y="62179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1620520" y="6217920"/>
            <a:ext cx="895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1. Foam-Agent: Towards Automated Intelligent CFD Workflows</a:t>
            </a:r>
          </a:p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2. ReAct: Synergizing Reasoning and Acting in Language Models</a:t>
            </a:r>
          </a:p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3. Why Do Multi-Agent LLM Systems Fail?</a:t>
            </a:r>
          </a:p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4. 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