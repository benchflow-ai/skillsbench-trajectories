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672840" y="6309360"/>
            <a:ext cx="4846320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548149" y="6309360"/>
            <a:ext cx="5095701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548149" y="6309360"/>
            <a:ext cx="5095701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462549" y="6309360"/>
            <a:ext cx="3266901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800004" y="6309360"/>
            <a:ext cx="6591992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latin typeface="Arial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591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Arial"/>
              </a:rPr>
              <a:t>1. Foam-Agent: Towards Automated Intelligent CFD Workflows</a:t>
            </a:r>
          </a:p>
          <a:p>
            <a:pPr/>
            <a:r>
              <a:rPr sz="1400">
                <a:latin typeface="Arial"/>
              </a:rPr>
              <a:t>2. ReAct: Synergizing Reasoning and Acting in Language Models</a:t>
            </a:r>
          </a:p>
          <a:p>
            <a:pPr/>
            <a:r>
              <a:rPr sz="1400">
                <a:latin typeface="Arial"/>
              </a:rPr>
              <a:t>3. Why Do Multi-Agent LLM Systems Fail?</a:t>
            </a:r>
          </a:p>
          <a:p>
            <a:pPr/>
            <a:r>
              <a:rPr sz="1400"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