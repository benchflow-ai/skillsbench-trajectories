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374900" y="6177280"/>
            <a:ext cx="744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184400" y="6177280"/>
            <a:ext cx="7823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184400" y="6177280"/>
            <a:ext cx="7823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581400" y="6177280"/>
            <a:ext cx="5029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041400" y="6177280"/>
            <a:ext cx="10109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 b="0">
                <a:latin typeface="Arial"/>
              </a:rPr>
              <a:t>1. Foam-Agent: Towards Automated Intelligent CFD Workflows</a:t>
            </a:r>
          </a:p>
          <a:p>
            <a:pPr/>
            <a:r>
              <a:rPr sz="1400" b="0">
                <a:latin typeface="Arial"/>
              </a:rPr>
              <a:t>2. ReAct: Synergizing Reasoning and Acting in Language Models</a:t>
            </a:r>
          </a:p>
          <a:p>
            <a:pPr/>
            <a:r>
              <a:rPr sz="1400" b="0">
                <a:latin typeface="Arial"/>
              </a:rPr>
              <a:t>3. Why Do Multi-Agent LLM Systems Fail?</a:t>
            </a:r>
          </a:p>
          <a:p>
            <a:pPr/>
            <a:r>
              <a:rPr sz="1400" b="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