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007360" y="6214348"/>
            <a:ext cx="61772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848864" y="6214348"/>
            <a:ext cx="64942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848864" y="6214348"/>
            <a:ext cx="64942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011168" y="6214348"/>
            <a:ext cx="41696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897888" y="5937349"/>
            <a:ext cx="839622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Foam-Agent: Towards Automated Intelligent CFD Workflows</a:t>
            </a:r>
          </a:p>
          <a:p>
            <a:pPr/>
            <a:r>
              <a:t>2. MultiAgentBench : Evaluating the Collaboration and Competition of LLM agents</a:t>
            </a:r>
          </a:p>
          <a:p>
            <a:pPr/>
            <a:r>
              <a:t>3. ReAct: Synergizing Reasoning and Acting in Language Models</a:t>
            </a:r>
          </a:p>
          <a:p>
            <a:pPr/>
            <a:r>
              <a:t>4. Why Do Multi-Agent LLM Systems Fail?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