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1219200" y="6031468"/>
            <a:ext cx="975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1219200" y="6031468"/>
            <a:ext cx="975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1219200" y="6031468"/>
            <a:ext cx="975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1219200" y="6031468"/>
            <a:ext cx="975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219200" y="5754469"/>
            <a:ext cx="9753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latin typeface="Arial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1. Foam-Agent: Towards Automated Intelligent CFD Workflows</a:t>
            </a:r>
          </a:p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2. ReAct: Synergizing Reasoning and Acting in Language Models</a:t>
            </a:r>
          </a:p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3. Why Do Multi-Agent LLM Systems Fail?</a:t>
            </a:r>
          </a:p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