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2743200" y="6223000"/>
            <a:ext cx="6705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2560320" y="6223000"/>
            <a:ext cx="707136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2560320" y="6223000"/>
            <a:ext cx="707136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3901440" y="6223000"/>
            <a:ext cx="438912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1463040" y="6223000"/>
            <a:ext cx="926592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/>
              <a:t>1. Foam-Agent: Towards Automated Intelligent CFD Workflows</a:t>
            </a:r>
          </a:p>
          <a:p>
            <a:pPr/>
            <a:r>
              <a:rPr sz="1400"/>
              <a:t>2. ReAct: Synergizing Reasoning and Acting in Language Models</a:t>
            </a:r>
          </a:p>
          <a:p>
            <a:pPr/>
            <a:r>
              <a:rPr sz="1400"/>
              <a:t>3. Why Do Multi-Agent LLM Systems Fail?</a:t>
            </a:r>
          </a:p>
          <a:p>
            <a:pPr/>
            <a:r>
              <a:rPr sz="1400"/>
              <a:t>4. 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