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952750" y="6214348"/>
            <a:ext cx="6286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781300" y="6214348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781300" y="6214348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038600" y="6214348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752600" y="5937349"/>
            <a:ext cx="868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Foam-Agent: Towards Automated Intelligent CFD Workflows</a:t>
            </a:r>
          </a:p>
          <a:p>
            <a:pPr algn="l"/>
            <a:r>
              <a:t>MultiAgentBench : Evaluating the Collaboration and Competition of LLM agents</a:t>
            </a:r>
          </a:p>
          <a:p>
            <a:pPr algn="l"/>
            <a:r>
              <a:t>ReAct: Synergizing Reasoning and Acting in Language Models</a:t>
            </a:r>
          </a:p>
          <a:p>
            <a:pPr algn="l"/>
            <a:r>
              <a:t>Why Do Multi-Agent LLM Systems Fail?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