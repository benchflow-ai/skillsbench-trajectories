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385185" y="6217920"/>
            <a:ext cx="542163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318510" y="6217920"/>
            <a:ext cx="55549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318510" y="6217920"/>
            <a:ext cx="55549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318635" y="6217920"/>
            <a:ext cx="355473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561272" y="6217920"/>
            <a:ext cx="7069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  <a:buAutoNum type="arabicPeriod"/>
            </a:pPr>
            <a:r>
              <a:t>Foam-Agent: Towards Automated Intelligent CFD Workflows</a:t>
            </a:r>
          </a:p>
          <a:p>
            <a:pPr>
              <a:defRPr sz="1400"/>
              <a:buAutoNum type="arabicPeriod"/>
            </a:pPr>
            <a:r>
              <a:t>ReAct: Synergizing Reasoning and Acting in Language Models</a:t>
            </a:r>
          </a:p>
          <a:p>
            <a:pPr>
              <a:defRPr sz="1400"/>
              <a:buAutoNum type="arabicPeriod"/>
            </a:pPr>
            <a:r>
              <a:t>Why Do Multi-Agent LLM Systems Fail?</a:t>
            </a:r>
          </a:p>
          <a:p>
            <a:pPr>
              <a:defRPr sz="1400"/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