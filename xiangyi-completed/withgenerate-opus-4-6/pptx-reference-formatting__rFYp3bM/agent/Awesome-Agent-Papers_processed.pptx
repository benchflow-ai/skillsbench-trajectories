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3286958" y="6330480"/>
            <a:ext cx="5618083" cy="25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3159859" y="6330480"/>
            <a:ext cx="5872281" cy="25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159859" y="6330480"/>
            <a:ext cx="5872281" cy="25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213860" y="6330480"/>
            <a:ext cx="3764280" cy="25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2442210" y="6330480"/>
            <a:ext cx="7307580" cy="25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Arial"/>
              </a:defRPr>
              <a:buAutoNum type="arabicPeriod"/>
            </a:pPr>
            <a:r>
              <a:t>Foam-Agent: Towards Automated Intelligent CFD Workflows</a:t>
            </a:r>
          </a:p>
          <a:p>
            <a:pPr>
              <a:defRPr sz="1600">
                <a:latin typeface="Arial"/>
              </a:defRPr>
              <a:buAutoNum type="arabicPeriod"/>
            </a:pPr>
            <a:r>
              <a:t>ReAct: Synergizing Reasoning and Acting in Language Models</a:t>
            </a:r>
          </a:p>
          <a:p>
            <a:pPr>
              <a:defRPr sz="1600">
                <a:latin typeface="Arial"/>
              </a:defRPr>
              <a:buAutoNum type="arabicPeriod"/>
            </a:pPr>
            <a:r>
              <a:t>Why Do Multi-Agent LLM Systems Fail?</a:t>
            </a:r>
          </a:p>
          <a:p>
            <a:pPr>
              <a:defRPr sz="1600">
                <a:latin typeface="Arial"/>
              </a:defR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