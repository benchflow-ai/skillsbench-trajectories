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286760" y="6305788"/>
            <a:ext cx="56184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59760" y="6305788"/>
            <a:ext cx="58724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59760" y="6305788"/>
            <a:ext cx="58724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13860" y="6305788"/>
            <a:ext cx="37642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42210" y="6305788"/>
            <a:ext cx="73075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b="0" sz="160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  <a:buAutoNum type="arabicPeriod"/>
            </a:pPr>
            <a:r>
              <a:t>Foam-Agent: Towards Automated Intelligent CFD Workflows</a:t>
            </a:r>
          </a:p>
          <a:p>
            <a:pPr>
              <a:defRPr sz="1400">
                <a:latin typeface="Arial"/>
              </a:defRPr>
              <a:buAutoNum type="arabicPeriod"/>
            </a:pPr>
            <a:r>
              <a:t>ReAct: Synergizing Reasoning and Acting in Language Models</a:t>
            </a:r>
          </a:p>
          <a:p>
            <a:pPr>
              <a:defRPr sz="1400">
                <a:latin typeface="Arial"/>
              </a:defRPr>
              <a:buAutoNum type="arabicPeriod"/>
            </a:pPr>
            <a:r>
              <a:t>Why Do Multi-Agent LLM Systems Fail?</a:t>
            </a:r>
          </a:p>
          <a:p>
            <a:pPr>
              <a:defRPr sz="1400">
                <a:latin typeface="Arial"/>
              </a:defR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