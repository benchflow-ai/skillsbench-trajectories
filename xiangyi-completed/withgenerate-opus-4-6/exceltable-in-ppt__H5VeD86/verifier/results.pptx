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package" Target="../embeddings/Microsoft_Excel_Worksheet.xlsx"/><Relationship Id="rId3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E1223BA-0DBC-9179-3A87-1E2BDEE46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51400"/>
              </p:ext>
            </p:extLst>
          </p:nvPr>
        </p:nvGraphicFramePr>
        <p:xfrm>
          <a:off x="1339413" y="1767016"/>
          <a:ext cx="5372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72100" imgH="2540000" progId="Excel.Sheet.12">
                  <p:embed/>
                </p:oleObj>
              </mc:Choice>
              <mc:Fallback>
                <p:oleObj name="Worksheet" r:id="rId2" imgW="5372100" imgH="254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9413" y="1767016"/>
                        <a:ext cx="5372100" cy="2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05C6A5-DE4D-4695-8823-E054B00AC85C}"/>
              </a:ext>
            </a:extLst>
          </p:cNvPr>
          <p:cNvSpPr txBox="1"/>
          <p:nvPr/>
        </p:nvSpPr>
        <p:spPr>
          <a:xfrm>
            <a:off x="7136523" y="2585545"/>
            <a:ext cx="344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rate: </a:t>
            </a:r>
          </a:p>
          <a:p>
            <a:r>
              <a:rPr lang="en-US" dirty="0"/>
              <a:t>USD to CNY=7.02</a:t>
            </a:r>
          </a:p>
        </p:txBody>
      </p:sp>
    </p:spTree>
    <p:extLst>
      <p:ext uri="{BB962C8B-B14F-4D97-AF65-F5344CB8AC3E}">
        <p14:creationId xmlns:p14="http://schemas.microsoft.com/office/powerpoint/2010/main" val="370763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