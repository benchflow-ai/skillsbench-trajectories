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286760" y="6187440"/>
            <a:ext cx="56184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 i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159760" y="6187440"/>
            <a:ext cx="58724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 i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159760" y="6187440"/>
            <a:ext cx="58724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 i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213860" y="6187440"/>
            <a:ext cx="37642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 i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442210" y="6187440"/>
            <a:ext cx="73075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 i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sz="1400" b="0">
                <a:latin typeface="Arial"/>
              </a:rPr>
              <a:t>Foam-Agent: Towards Automated Intelligent CFD Workflows</a:t>
            </a:r>
          </a:p>
          <a:p>
            <a:pPr>
              <a:buAutoNum type="arabicPeriod"/>
            </a:pPr>
            <a:r>
              <a:rPr sz="1400" b="0">
                <a:latin typeface="Arial"/>
              </a:rPr>
              <a:t>ReAct: Synergizing Reasoning and Acting in Language Models</a:t>
            </a:r>
          </a:p>
          <a:p>
            <a:pPr>
              <a:buAutoNum type="arabicPeriod"/>
            </a:pPr>
            <a:r>
              <a:rPr sz="1400" b="0">
                <a:latin typeface="Arial"/>
              </a:rPr>
              <a:t>Why Do Multi-Agent LLM Systems Fail?</a:t>
            </a:r>
          </a:p>
          <a:p>
            <a:pPr>
              <a:buAutoNum type="arabicPeriod"/>
            </a:pPr>
            <a:r>
              <a:rPr sz="1400" b="0">
                <a:latin typeface="Arial"/>
              </a:rP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