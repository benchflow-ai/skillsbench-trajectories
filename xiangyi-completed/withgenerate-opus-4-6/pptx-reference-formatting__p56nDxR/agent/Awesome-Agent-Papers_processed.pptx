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937910" y="6187440"/>
            <a:ext cx="6316180" cy="396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861710" y="6187440"/>
            <a:ext cx="6468580" cy="396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861710" y="6187440"/>
            <a:ext cx="6468580" cy="396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023760" y="6187440"/>
            <a:ext cx="4144480" cy="396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985410" y="6187440"/>
            <a:ext cx="8221180" cy="3962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  <a:p>
            <a:pPr>
              <a:buAutoNum type="arabicPeriod"/>
            </a:pPr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  <a:p>
            <a:pPr>
              <a:buAutoNum type="arabicPeriod"/>
            </a:pPr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</a:p>
          <a:p>
            <a:pPr>
              <a:buAutoNum type="arabicPeriod"/>
            </a:pPr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