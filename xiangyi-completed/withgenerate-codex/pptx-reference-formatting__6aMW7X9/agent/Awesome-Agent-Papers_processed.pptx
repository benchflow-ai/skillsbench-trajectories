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6305788"/>
            <a:ext cx="11277600" cy="36933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6305788"/>
            <a:ext cx="11277600" cy="36933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6305788"/>
            <a:ext cx="11277600" cy="36933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6305788"/>
            <a:ext cx="11277600" cy="36933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6028789"/>
            <a:ext cx="11277600" cy="646331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AutoNum type="arabicPeriod" startAt="1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