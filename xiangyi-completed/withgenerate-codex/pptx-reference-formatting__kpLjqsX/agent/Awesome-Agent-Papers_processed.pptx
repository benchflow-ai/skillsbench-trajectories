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3700462" y="6214348"/>
            <a:ext cx="479107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3643312" y="6214348"/>
            <a:ext cx="490537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3643312" y="6214348"/>
            <a:ext cx="490537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514850" y="6214348"/>
            <a:ext cx="31623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2986087" y="5937349"/>
            <a:ext cx="62198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 startAt="1"/>
            </a:pPr>
            <a:r>
              <a:t>Foam-Agent: Towards Automated Intelligent CFD Workflows</a:t>
            </a:r>
          </a:p>
          <a:p>
            <a:pPr>
              <a:buAutoNum type="arabicPeriod"/>
            </a:pPr>
            <a:r>
              <a:t>ReAct: Synergizing Reasoning and Acting in Language Models</a:t>
            </a:r>
          </a:p>
          <a:p>
            <a:pPr>
              <a:buAutoNum type="arabicPeriod"/>
            </a:pPr>
            <a:r>
              <a:t>Why Do Multi-Agent LLM Systems Fail?</a:t>
            </a:r>
          </a:p>
          <a:p>
            <a:pPr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