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8386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8386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8386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83868"/>
            <a:ext cx="11277600" cy="36933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5906869"/>
            <a:ext cx="11277600" cy="646331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