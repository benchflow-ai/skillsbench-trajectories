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/>
          <p:cNvSpPr txBox="1"/>
          <p:nvPr/>
        </p:nvSpPr>
        <p:spPr>
          <a:xfrm>
            <a:off x="2922600" y="6288668"/>
            <a:ext cx="63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/>
          <p:cNvSpPr txBox="1"/>
          <p:nvPr/>
        </p:nvSpPr>
        <p:spPr>
          <a:xfrm>
            <a:off x="2754960" y="62886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/>
          <p:cNvSpPr txBox="1"/>
          <p:nvPr/>
        </p:nvSpPr>
        <p:spPr>
          <a:xfrm>
            <a:off x="2754960" y="62886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/>
          <p:cNvSpPr txBox="1"/>
          <p:nvPr/>
        </p:nvSpPr>
        <p:spPr>
          <a:xfrm>
            <a:off x="3984320" y="6288668"/>
            <a:ext cx="42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/>
          <p:cNvSpPr txBox="1"/>
          <p:nvPr/>
        </p:nvSpPr>
        <p:spPr>
          <a:xfrm>
            <a:off x="1749120" y="6288668"/>
            <a:ext cx="869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