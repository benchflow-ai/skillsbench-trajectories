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2922600" y="6298168"/>
            <a:ext cx="63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  <a:endParaRPr lang="en-CN" sz="1600" b="0" dirty="0"/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2754960" y="6298168"/>
            <a:ext cx="668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sz="1600" b="0" dirty="0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2754960" y="6298168"/>
            <a:ext cx="668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sz="1600" b="0" dirty="0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3984320" y="6298168"/>
            <a:ext cx="42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sz="1600" b="0" dirty="0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1749120" y="6298168"/>
            <a:ext cx="869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sz="1600" b="0" dirty="0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</a:p>
          <a:p>
            <a:pPr lvl="0">
              <a:buAutoNum type="arabicPeriod"/>
            </a:pPr>
            <a:r>
              <a:rPr lang="en-US" dirty="0"/>
              <a:t>MultiAgentBench: Evaluating the Collaboration and Competition of LLM agents</a:t>
            </a:r>
          </a:p>
          <a:p>
            <a:endParaRPr lang="en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74</ns0:TotalTime>
  <ns0:Words>191</ns0:Words>
  <ns0:Application>Microsoft Office PowerPoint</ns0:Application>
  <ns0:PresentationFormat>宽屏</ns0:PresentationFormat>
  <ns0:Paragraphs>15</ns0:Paragraphs>
  <ns0:Slides>7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6</ns1:i4>
      </ns1:variant>
    </ns1:vector>
  </ns0:HeadingPairs>
  <ns0:TitlesOfParts>
    <ns1:vector size="11" baseType="lpstr">
      <ns1:lpstr>Aptos</ns1:lpstr>
      <ns1:lpstr>Aptos Display</ns1:lpstr>
      <ns1:lpstr>Lucida Grande</ns1:lpstr>
      <ns1:lpstr>Arial</ns1:lpstr>
      <ns1:lpstr>Office Theme</ns1:lpstr>
      <ns1:lpstr>Awesome-Agent-Papers</ns1:lpstr>
      <ns1:lpstr>Foam - Agent</ns1:lpstr>
      <ns1:lpstr>ReAct</ns1:lpstr>
      <ns1:lpstr>ReAct</ns1:lpstr>
      <ns1:lpstr>MAST</ns1:lpstr>
      <ns1:lpstr>MultiAgentBench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