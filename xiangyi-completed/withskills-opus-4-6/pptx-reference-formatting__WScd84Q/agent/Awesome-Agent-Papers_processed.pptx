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714762" y="6258000"/>
            <a:ext cx="4762475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657612" y="6258000"/>
            <a:ext cx="4876775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657612" y="6258000"/>
            <a:ext cx="4876775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29150" y="6258000"/>
            <a:ext cx="31337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3000387" y="6258000"/>
            <a:ext cx="6191225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sz="1400"/>
              <a:t>Foam-Agent: Towards Automated Intelligent CFD Workflows</a:t>
            </a:r>
          </a:p>
          <a:p>
            <a:pPr>
              <a:buAutoNum type="arabicPeriod"/>
            </a:pPr>
            <a:r>
              <a:rPr sz="1400"/>
              <a:t>ReAct: Synergizing Reasoning and Acting in Language Models</a:t>
            </a:r>
          </a:p>
          <a:p>
            <a:pPr>
              <a:buAutoNum type="arabicPeriod"/>
            </a:pPr>
            <a:r>
              <a:rPr sz="1400"/>
              <a:t>Why Do Multi-Agent LLM Systems Fail?</a:t>
            </a:r>
          </a:p>
          <a:p>
            <a:pPr>
              <a:buAutoNum type="arabicPeriod"/>
            </a:pPr>
            <a:r>
              <a:rPr sz="1400"/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