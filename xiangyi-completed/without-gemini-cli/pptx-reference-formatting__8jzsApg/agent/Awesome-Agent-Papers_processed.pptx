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4AA4C9-7B18-4C0B-88EA-FCE93318F9D1}"/>
              </a:ext>
            </a:extLst>
          </p:cNvPr>
          <p:cNvSpPr txBox="1"/>
          <p:nvPr/>
        </p:nvSpPr>
        <p:spPr>
          <a:xfrm>
            <a:off x="0" y="6234668"/>
            <a:ext cx="1219200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altLang="zh-CN" b="0" i="0" dirty="0" sz="1600">
                <a:solidFill>
                  <a:srgbClr val="989596"/>
                </a:solidFill>
                <a:effectLst/>
                <a:latin typeface="Arial"/>
              </a:rPr>
              <a:t>Foam-Agent: Towards Automated Intelligent CFD Workflows</a:t>
            </a:r>
          </a:p>
        </p:txBody>
      </p:sp>
    </p:spTree>
    <p:extLst>
      <p:ext uri="{BB962C8B-B14F-4D97-AF65-F5344CB8AC3E}">
        <p14:creationId xmlns:p14="http://schemas.microsoft.com/office/powerpoint/2010/main"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DE48DA-BA5C-5EDB-7D06-0C4908B1587A}"/>
              </a:ext>
            </a:extLst>
          </p:cNvPr>
          <p:cNvSpPr txBox="1"/>
          <p:nvPr/>
        </p:nvSpPr>
        <p:spPr>
          <a:xfrm>
            <a:off x="0" y="6234668"/>
            <a:ext cx="1219200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2B7173-6942-0184-E289-DC61773408C5}"/>
              </a:ext>
            </a:extLst>
          </p:cNvPr>
          <p:cNvSpPr txBox="1"/>
          <p:nvPr/>
        </p:nvSpPr>
        <p:spPr>
          <a:xfrm>
            <a:off x="0" y="6234668"/>
            <a:ext cx="1219200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altLang="zh-CN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altLang="zh-CN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altLang="zh-CN" dirty="0"/>
          </a:p>
        </p:txBody>
      </p:sp>
    </p:spTree>
    <p:extLst>
      <p:ext uri="{BB962C8B-B14F-4D97-AF65-F5344CB8AC3E}">
        <p14:creationId xmlns:p14="http://schemas.microsoft.com/office/powerpoint/2010/main"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A79F2-A0EA-6DCE-2F51-977A39FD349C}"/>
              </a:ext>
            </a:extLst>
          </p:cNvPr>
          <p:cNvSpPr txBox="1"/>
          <p:nvPr/>
        </p:nvSpPr>
        <p:spPr>
          <a:xfrm>
            <a:off x="0" y="6234668"/>
            <a:ext cx="1219200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dirty="0" sz="1600" b="0">
                <a:solidFill>
                  <a:srgbClr val="989596"/>
                </a:solidFill>
                <a:latin typeface="Arial"/>
              </a:rPr>
              <a:t>Why Do Multi-Agent LLM Systems Fail?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B19118-5E79-85DE-B9DB-ED733E68C632}"/>
              </a:ext>
            </a:extLst>
          </p:cNvPr>
          <p:cNvSpPr txBox="1"/>
          <p:nvPr/>
        </p:nvSpPr>
        <p:spPr>
          <a:xfrm>
            <a:off x="0" y="5957669"/>
            <a:ext cx="12192000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MultiAgentBench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 : Evaluating the Collaboration and Competition of LLM agents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1. Foam-Agent: Towards Automated Intelligent CFD Workflows</a:t>
            </a:r>
          </a:p>
          <a:p>
            <a:pPr/>
            <a:r>
              <a:t>2. ReAct: Synergizing Reasoning and Acting in Language Models</a:t>
            </a:r>
          </a:p>
          <a:p>
            <a:pPr/>
            <a:r>
              <a:t>3. Why Do Multi-Agent LLM Systems Fail?</a:t>
            </a:r>
          </a:p>
          <a:p>
            <a:pPr/>
            <a:r>
              <a:t>4. MultiAgentBench : Evaluating the Collaboration and Competition of LLM agents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