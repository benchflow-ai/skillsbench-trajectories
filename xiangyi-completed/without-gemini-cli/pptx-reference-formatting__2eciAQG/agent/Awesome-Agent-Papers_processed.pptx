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187440"/>
            <a:ext cx="1219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187440"/>
            <a:ext cx="1219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187440"/>
            <a:ext cx="1219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187440"/>
            <a:ext cx="1219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187440"/>
            <a:ext cx="1219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