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5754469"/>
            <a:ext cx="109728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