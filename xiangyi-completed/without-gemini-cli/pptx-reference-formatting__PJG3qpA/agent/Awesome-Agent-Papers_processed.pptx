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6096000"/>
            <a:ext cx="1097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Foam-Agent: Towards Automated Intelligent CFD Workflows</a:t>
            </a:r>
          </a:p>
          <a:p>
            <a:pPr/>
            <a:r>
              <a:t>2. ReAct: Synergizing Reasoning and Acting in Language Models</a:t>
            </a:r>
          </a:p>
          <a:p>
            <a:pPr/>
            <a:r>
              <a:t>3. Why Do Multi-Agent LLM Systems Fail?</a:t>
            </a:r>
          </a:p>
          <a:p>
            <a:pPr/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