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ns0:Relationship xmlns:ns0="http://schemas.openxmlformats.org/officeDocument/2006/relationships"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596000" y="5758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 b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596000" y="5758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b="0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b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596000" y="5758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b="0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b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596000" y="5758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0" sz="160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596000" y="5758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b="0" sz="160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b="0" sz="160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22860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marL="457200" indent="-22860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  <a:p>
            <a:pPr marL="457200" indent="-22860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marL="457200" indent="-228600">
              <a:buAutoNum type="arabicPeriod"/>
            </a:pPr>
            <a:r>
              <a:rPr lang="en-US" dirty="0"/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