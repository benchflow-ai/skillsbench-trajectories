
<file path=[Content_Types].xml><?xml version="1.0" encoding="utf-8"?>
<cnt:Types xmlns:cnt="http://schemas.openxmlformats.org/package/2006/content-types">
  <cnt:Default Extension="jpeg" ContentType="image/jpeg"/>
  <cnt:Default Extension="png" ContentType="image/png"/>
  <cnt:Default Extension="rels" ContentType="application/vnd.openxmlformats-package.relationships+xml"/>
  <cnt:Default Extension="xml" ContentType="application/xml"/>
  <cnt:Override PartName="/ppt/presentation.xml" ContentType="application/vnd.openxmlformats-officedocument.presentationml.presentation.main+xml"/>
  <cnt:Override PartName="/ppt/slideMasters/slideMaster1.xml" ContentType="application/vnd.openxmlformats-officedocument.presentationml.slideMaster+xml"/>
  <cnt:Override PartName="/ppt/slides/slide1.xml" ContentType="application/vnd.openxmlformats-officedocument.presentationml.slide+xml"/>
  <cnt:Override PartName="/ppt/slides/slide2.xml" ContentType="application/vnd.openxmlformats-officedocument.presentationml.slide+xml"/>
  <cnt:Override PartName="/ppt/slides/slide3.xml" ContentType="application/vnd.openxmlformats-officedocument.presentationml.slide+xml"/>
  <cnt:Override PartName="/ppt/slides/slide4.xml" ContentType="application/vnd.openxmlformats-officedocument.presentationml.slide+xml"/>
  <cnt:Override PartName="/ppt/slides/slide5.xml" ContentType="application/vnd.openxmlformats-officedocument.presentationml.slide+xml"/>
  <cnt:Override PartName="/ppt/slides/slide6.xml" ContentType="application/vnd.openxmlformats-officedocument.presentationml.slide+xml"/>
  <cnt:Override PartName="/ppt/presProps.xml" ContentType="application/vnd.openxmlformats-officedocument.presentationml.presProps+xml"/>
  <cnt:Override PartName="/ppt/viewProps.xml" ContentType="application/vnd.openxmlformats-officedocument.presentationml.viewProps+xml"/>
  <cnt:Override PartName="/ppt/theme/theme1.xml" ContentType="application/vnd.openxmlformats-officedocument.theme+xml"/>
  <cnt:Override PartName="/ppt/tableStyles.xml" ContentType="application/vnd.openxmlformats-officedocument.presentationml.tableStyles+xml"/>
  <cnt:Override PartName="/ppt/slideLayouts/slideLayout1.xml" ContentType="application/vnd.openxmlformats-officedocument.presentationml.slideLayout+xml"/>
  <cnt:Override PartName="/ppt/slideLayouts/slideLayout2.xml" ContentType="application/vnd.openxmlformats-officedocument.presentationml.slideLayout+xml"/>
  <cnt:Override PartName="/ppt/slideLayouts/slideLayout3.xml" ContentType="application/vnd.openxmlformats-officedocument.presentationml.slideLayout+xml"/>
  <cnt:Override PartName="/ppt/slideLayouts/slideLayout4.xml" ContentType="application/vnd.openxmlformats-officedocument.presentationml.slideLayout+xml"/>
  <cnt:Override PartName="/ppt/slideLayouts/slideLayout5.xml" ContentType="application/vnd.openxmlformats-officedocument.presentationml.slideLayout+xml"/>
  <cnt:Override PartName="/ppt/slideLayouts/slideLayout6.xml" ContentType="application/vnd.openxmlformats-officedocument.presentationml.slideLayout+xml"/>
  <cnt:Override PartName="/ppt/slideLayouts/slideLayout7.xml" ContentType="application/vnd.openxmlformats-officedocument.presentationml.slideLayout+xml"/>
  <cnt:Override PartName="/ppt/slideLayouts/slideLayout8.xml" ContentType="application/vnd.openxmlformats-officedocument.presentationml.slideLayout+xml"/>
  <cnt:Override PartName="/ppt/slideLayouts/slideLayout9.xml" ContentType="application/vnd.openxmlformats-officedocument.presentationml.slideLayout+xml"/>
  <cnt:Override PartName="/ppt/slideLayouts/slideLayout10.xml" ContentType="application/vnd.openxmlformats-officedocument.presentationml.slideLayout+xml"/>
  <cnt:Override PartName="/ppt/slideLayouts/slideLayout11.xml" ContentType="application/vnd.openxmlformats-officedocument.presentationml.slideLayout+xml"/>
  <cnt:Override PartName="/docProps/core.xml" ContentType="application/vnd.openxmlformats-package.core-properties+xml"/>
  <cnt:Override PartName="/docProps/app.xml" ContentType="application/vnd.openxmlformats-officedocument.extended-properties+xml"/>
  <cnt:Override PartName="/ppt/slides/slide7.xml" ContentType="application/vnd.openxmlformats-officedocument.presentationml.slide+xml"/>
</cnt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609600" y="5486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  <a:cs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609600" y="5486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  <a:cs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  <a:cs typeface="Arial"/>
              </a:rPr>
              <a:t>: Synergizing Reasoning and Acting in Language Models</a:t>
            </a:r>
            <a:endParaRPr lang="en-CN" dirty="0"/>
            <a:pPr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609600" y="5486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  <a:cs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  <a:cs typeface="Arial"/>
              </a:rPr>
              <a:t>: Synergizing Reasoning and Acting in Language Models</a:t>
            </a:r>
            <a:endParaRPr lang="en-CN" altLang="zh-CN" dirty="0"/>
            <a:pPr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609600" y="5486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  <a:cs typeface="Arial"/>
              </a:rPr>
              <a:t>Why Do Multi-Agent LLM Systems Fail?</a:t>
            </a:r>
            <a:endParaRPr lang="en-CN" dirty="0"/>
            <a:pPr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609600" y="54864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  <a:cs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  <a:cs typeface="Arial"/>
              </a:rPr>
              <a:t> : Evaluating the Collaboration and Competition of LLM agents</a:t>
            </a:r>
            <a:endParaRPr lang="en-CN" dirty="0"/>
            <a:pPr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228600">
              <a:buAutoNum type="arabicPeriod"/>
            </a:pPr>
            <a:r>
              <a:rPr lang="en-US" sz="1600"/>
              <a:t>Foam-Agent: Towards Automated Intelligent CFD Workflows</a:t>
            </a:r>
          </a:p>
          <a:p>
            <a:pPr marL="457200" indent="-228600">
              <a:buAutoNum type="arabicPeriod"/>
            </a:pPr>
            <a:r>
              <a:rPr lang="en-US" sz="1600"/>
              <a:t>ReAct: Synergizing Reasoning and Acting in Language Models</a:t>
            </a:r>
          </a:p>
          <a:p>
            <a:pPr marL="457200" indent="-228600">
              <a:buAutoNum type="arabicPeriod"/>
            </a:pPr>
            <a:r>
              <a:rPr lang="en-US" sz="1600"/>
              <a:t>Why Do Multi-Agent LLM Systems Fail?</a:t>
            </a:r>
          </a:p>
          <a:p>
            <a:pPr marL="457200" indent="-228600">
              <a:buAutoNum type="arabicPeriod"/>
            </a:pPr>
            <a:r>
              <a:rPr lang="en-US" sz="1600"/>
              <a:t>MultiAgentBench : Evaluating the Collaboration and Competition of LLM agents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