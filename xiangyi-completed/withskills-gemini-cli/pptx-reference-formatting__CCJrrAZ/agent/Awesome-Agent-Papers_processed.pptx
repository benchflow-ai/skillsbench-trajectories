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609600" y="6258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609600" y="6258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609600" y="6258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latin typeface="Arial"/>
                <a:solidFill>
                  <a:srgbClr val="989596"/>
                </a:solidFill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609600" y="6258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609600" y="6258000"/>
            <a:ext cx="109728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rPr lang="en-US" sz="1800"/>
              <a:t>Foam-Agent: Towards Automated Intelligent CFD Workflows</a:t>
            </a:r>
          </a:p>
          <a:p>
            <a:pPr>
              <a:buAutoNum type="arabicPeriod"/>
            </a:pPr>
            <a:r>
              <a:rPr lang="en-US" sz="1800"/>
              <a:t>MultiAgentBench : Evaluating the Collaboration and Competition of LLM agents</a:t>
            </a:r>
          </a:p>
          <a:p>
            <a:pPr>
              <a:buAutoNum type="arabicPeriod"/>
            </a:pPr>
            <a:r>
              <a:rPr lang="en-US" sz="1800"/>
              <a:t>ReAct: Synergizing Reasoning and Acting in Language Models</a:t>
            </a:r>
          </a:p>
          <a:p>
            <a:pPr>
              <a:buAutoNum type="arabicPeriod"/>
            </a:pPr>
            <a:r>
              <a:rPr lang="en-US" sz="1800"/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