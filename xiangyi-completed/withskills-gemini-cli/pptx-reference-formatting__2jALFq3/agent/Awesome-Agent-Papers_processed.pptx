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b="0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b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b="0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b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b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b="0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b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1277600" cy="5334000"/>
          </a:xfrm>
        </p:spPr>
        <p:txBody>
          <a:bodyPr/>
          <a:lstStyle/>
          <a:p>
            <a:pPr marL="285750" indent="-285750">
              <a:buAutoNum type="arabicPeriod"/>
            </a:pPr>
            <a:r>
              <a:t>Foam-Agent: Towards Automated Intelligent CFD Workflows</a:t>
            </a:r>
          </a:p>
          <a:p>
            <a:pPr marL="285750" indent="-285750">
              <a:buAutoNum type="arabicPeriod"/>
            </a:pPr>
            <a:r>
              <a:t>ReAct: Synergizing Reasoning and Acting in Language Models</a:t>
            </a:r>
          </a:p>
          <a:p>
            <a:pPr marL="285750" indent="-285750">
              <a:buAutoNum type="arabicPeriod"/>
            </a:pPr>
            <a:r>
              <a:t>Why Do Multi-Agent LLM Systems Fail?</a:t>
            </a:r>
          </a:p>
          <a:p>
            <a:pPr marL="285750" indent="-285750"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