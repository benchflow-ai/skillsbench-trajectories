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43600"/>
            <a:ext cx="12192000" cy="914400"/>
          </a:xfrm>
        </p:spPr>
        <p:txBody>
          <a:bodyPr anchor="b"/>
          <a:lstStyle/>
          <a:p>
            <a: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t>Foam - Agent</a:t>
            </a:r>
          </a:p>
          <a:p>
            <a:pPr lvl="0">
              <a:buAutoNum type="arabicPeriod"/>
            </a:pPr>
            <a:r>
              <a:t>MAST</a:t>
            </a:r>
          </a:p>
          <a:p>
            <a:pPr lvl="0">
              <a:buAutoNum type="arabicPeriod"/>
            </a:pPr>
            <a:r>
              <a:t>MultiAgentBench</a:t>
            </a:r>
          </a:p>
          <a:p>
            <a:pPr lvl="0">
              <a:buAutoNum type="arabicPeriod"/>
            </a:pPr>
            <a:r>
              <a:t>ReAct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