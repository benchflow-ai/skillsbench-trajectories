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PaperTitle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1096000" y="6100800"/>
            <a:ext cx="10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PaperTitle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1096000" y="6100800"/>
            <a:ext cx="10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dirty="0" sz="1600">
                <a:solidFill>
                  <a:srgbClr val="989596"/>
                </a:solidFill>
                <a:effectLst/>
                <a:latin typeface="Arial"/>
              </a:rP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PaperTitle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1096000" y="6100800"/>
            <a:ext cx="10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dirty="0" sz="1600">
                <a:solidFill>
                  <a:srgbClr val="989596"/>
                </a:solidFill>
                <a:effectLst/>
                <a:latin typeface="Arial"/>
              </a:rP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PaperTitle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1096000" y="6100800"/>
            <a:ext cx="10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dirty="0" sz="1600">
                <a:solidFill>
                  <a:srgbClr val="989596"/>
                </a:solidFill>
                <a:effectLst/>
                <a:latin typeface="Arial"/>
              </a:rPr>
              <a:t>Why Do Multi-Agent LLM Systems Fail?</a:t>
            </a:r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PaperTitle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096000" y="6100800"/>
            <a:ext cx="100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dirty="0" sz="1600">
                <a:solidFill>
                  <a:srgbClr val="989596"/>
                </a:solidFill>
                <a:effectLst/>
                <a:latin typeface="Arial"/>
              </a:rPr>
              <a:t>MultiAgentBench : Evaluating the Collaboration and Competition of LLM agents</a:t>
            </a:r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dirty="0"/>
              <a:t>Foam-Agent: Towards Automated Intelligent CFD Workflows</a:t>
            </a:r>
          </a:p>
          <a:p>
            <a:pPr>
              <a:buAutoNum type="arabicPeriod"/>
            </a:pPr>
            <a:r>
              <a:rPr lang="en-US" dirty="0"/>
              <a:t>ReAct: Synergizing Reasoning and Acting in Language Models</a:t>
            </a:r>
          </a:p>
          <a:p>
            <a:pPr>
              <a:buAutoNum type="arabicPeriod"/>
            </a:pPr>
            <a:r>
              <a:rPr lang="en-US" dirty="0"/>
              <a:t>Why Do Multi-Agent LLM Systems Fail?</a:t>
            </a:r>
          </a:p>
          <a:p>
            <a:pPr>
              <a:buAutoNum type="arabicPeriod"/>
            </a:pPr>
            <a:r>
              <a:rPr lang="en-US" dirty="0"/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