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523114" y="62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523114" y="62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523114" y="62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523114" y="62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523114" y="628866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5678-1234-1234-1234-12345678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4321-4321-4321-4321-ABCDEFG1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Calibri"/>
              <a:buChar char="1."/>
            </a:pPr>
            <a:r>
              <a:rPr lang="en-US" dirty="0"/>
              <a:t>Foam-Agent: Towards Automated Intelligent CFD Workflows</a:t>
            </a:r>
            <a:endParaRPr lang="en-CN" dirty="0"/>
          </a:p>
          <a:p>
            <a:pPr lvl="0">
              <a:buFont typeface="Calibri"/>
              <a:buChar char="1."/>
            </a:pPr>
            <a:r>
              <a:rPr lang="en-US" dirty="0"/>
              <a:t>ReAct: Synergizing Reasoning and Acting in Language Models</a:t>
            </a:r>
            <a:endParaRPr lang="en-CN" dirty="0"/>
          </a:p>
          <a:p>
            <a:pPr lvl="0">
              <a:buFont typeface="Calibri"/>
              <a:buChar char="1."/>
            </a:pPr>
            <a:r>
              <a:rPr lang="en-US" dirty="0"/>
              <a:t>Why Do Multi-Agent LLM Systems Fail?</a:t>
            </a:r>
            <a:endParaRPr lang="en-CN" dirty="0"/>
          </a:p>
          <a:p>
            <a:pPr lvl="0">
              <a:buFont typeface="Calibri"/>
              <a:buChar char="1."/>
            </a:pPr>
            <a:r>
              <a:rPr lang="en-US" dirty="0"/>
              <a:t>MultiAgentBench: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876543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