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2822000" y="4543500"/>
            <a:ext cx="3500000" cy="400000"/>
          </a:xfr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lang="en-US" dirty="0"/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2732000" y="4543500"/>
            <a:ext cx="3680000" cy="400000"/>
          </a:xfr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US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2732000" y="4543500"/>
            <a:ext cx="3680000" cy="400000"/>
          </a:xfr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US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3392000" y="4543500"/>
            <a:ext cx="2360000" cy="400000"/>
          </a:xfr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US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2192000" y="4543500"/>
            <a:ext cx="4760000" cy="400000"/>
          </a:xfr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  <p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