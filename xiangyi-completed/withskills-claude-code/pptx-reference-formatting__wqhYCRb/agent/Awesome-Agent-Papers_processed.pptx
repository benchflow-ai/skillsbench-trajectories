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2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914400" y="64008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i="0" dirty="0" sz="160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914400" y="64008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914400" y="640080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914400" y="640080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Foam-Agent: Towards Automated Intelligent CFD Workflows</a:t>
            </a:r>
            <a:endParaRPr lang="en-CN" dirty="0"/>
          </a:p>
          <a:p>
            <a:pPr lvl="0"/>
            <a:r>
              <a:rPr lang="en-US" dirty="0"/>
              <a:t>MultiAgentBench : Evaluating the Collaboration and Competition of LLM agents</a:t>
            </a:r>
            <a:endParaRPr lang="en-CN" dirty="0"/>
          </a:p>
          <a:p>
            <a:pPr lvl="0"/>
            <a:r>
              <a:rPr lang="en-US" dirty="0"/>
              <a:t>ReAct: Synergizing Reasoning and Acting in Language Models</a:t>
            </a:r>
            <a:endParaRPr lang="en-CN" dirty="0"/>
          </a:p>
          <a:p>
            <a:pPr lvl="0"/>
            <a:r>
              <a:rPr lang="en-US" dirty="0"/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