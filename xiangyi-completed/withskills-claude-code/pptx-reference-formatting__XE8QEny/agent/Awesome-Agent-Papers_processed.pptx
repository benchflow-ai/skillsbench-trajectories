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  <a:endParaRPr lang="en-US"/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US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US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US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US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Arial"/>
              <a:buAutoNum type="arabicPeriod"/>
            </a:pPr>
            <a:r>
              <a:rPr lang="en-US"/>
              <a:t>Foam-Agent: Towards Automated Intelligent CFD Workflows</a:t>
            </a:r>
          </a:p>
          <a:p>
            <a:pPr lvl="0">
              <a:buFont typeface="Arial"/>
              <a:buAutoNum type="arabicPeriod"/>
            </a:pPr>
            <a:r>
              <a:rPr lang="en-US"/>
              <a:t>ReAct: Synergizing Reasoning and Acting in Language Models</a:t>
            </a:r>
          </a:p>
          <a:p>
            <a:pPr lvl="0">
              <a:buFont typeface="Arial"/>
              <a:buAutoNum type="arabicPeriod"/>
            </a:pPr>
            <a:r>
              <a:rPr lang="en-US"/>
              <a:t>Why Do Multi-Agent LLM Systems Fail?</a:t>
            </a:r>
          </a:p>
          <a:p>
            <a:pPr lvl="0">
              <a:buFont typeface="Arial"/>
              <a:buAutoNum type="arabicPeriod"/>
            </a:pPr>
            <a:r>
              <a:rPr lang="en-US"/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