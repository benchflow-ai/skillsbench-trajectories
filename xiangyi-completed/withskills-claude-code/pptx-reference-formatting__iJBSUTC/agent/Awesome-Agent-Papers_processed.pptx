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63" r:id="rId7"/>
    <p:sldId id="264" r:id="rId12"/>
  </p:sldIdLst>
  <p:sldSz cx="12192000" cy="6858000"/>
  <p:notesSz cx="6858000" cy="9144000"/>
  <p:defaultTextStyle>
    <ns2:defPPr>
      <ns2:defRPr lang="en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1396600" y="6358000"/>
            <a:ext cx="635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effectLst/>
                <a:latin typeface="Arial"/>
                <a:solidFill>
                  <a:srgbClr val="989596"/>
                </a:solidFill>
              </a:rPr>
              <a:t>Foam-Agent: Towards Automated Intelligent CFD Workflows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1396600" y="6358000"/>
            <a:ext cx="635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  <a:pPr algn="ctr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1396600" y="6358000"/>
            <a:ext cx="635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  <a:pPr algn="ctr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1396600" y="6358000"/>
            <a:ext cx="635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  <a:pPr algn="ctr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1396600" y="6358000"/>
            <a:ext cx="635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  <a:pPr algn="ctr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/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>
              <a:buFont typeface="Arial"/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>
              <a:buFont typeface="Arial"/>
              <a:buAutoNum type="arabicPeriod"/>
            </a:pPr>
            <a:r>
              <a:rPr lang="en-US" dirty="0"/>
              <a:t>Why Do Multi-Agent LLM Systems Fail?</a:t>
            </a:r>
          </a:p>
          <a:p>
            <a:pPr>
              <a:buFont typeface="Arial"/>
              <a:buAutoNum type="arabicPeriod"/>
            </a:pPr>
            <a:r>
              <a:rPr lang="en-US" dirty="0"/>
              <a:t>MultiAgentBench : Evaluating the Collaboration and Competition of LLM agents</a:t>
            </a:r>
          </a:p>
        </p:txBody>
      </p:sp>
    </p:spTree>
    <p:extLst>
      <p:ext uri="{BB962C8B-B14F-4D97-AF65-F5344CB8AC3E}">
        <ns2:creationId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