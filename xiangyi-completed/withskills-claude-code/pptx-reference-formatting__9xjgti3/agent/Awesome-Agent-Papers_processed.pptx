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346000" y="6288668"/>
            <a:ext cx="115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i="0" dirty="0" sz="1600" b="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346000" y="6288668"/>
            <a:ext cx="115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 b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346000" y="6288668"/>
            <a:ext cx="115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 b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346000" y="6288668"/>
            <a:ext cx="115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 b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346000" y="6288668"/>
            <a:ext cx="115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 b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 startAt="1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 startAt="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 startAt="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 startAt="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