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1295400" y="6146800"/>
            <a:ext cx="9601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1295400" y="6146800"/>
            <a:ext cx="9601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1295400" y="6146800"/>
            <a:ext cx="9601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1295400" y="6146800"/>
            <a:ext cx="9601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295400" y="6146800"/>
            <a:ext cx="9601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