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embeddings/excel_extracted/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xl/workbook.xml" ContentType="application/vnd.openxmlformats-officedocument.spreadsheetml.sheet.main+xml"/>
  <Override PartName="/xl/worksheets/sheet1.xml" ContentType="application/vnd.openxmlformats-officedocument.spreadsheetml.worksheet+xml"/>
  <Override PartName="/xl/theme/theme1.xml" ContentType="application/vnd.openxmlformats-officedocument.theme+xml"/>
  <Override PartName="/xl/styles.xml" ContentType="application/vnd.openxmlformats-officedocument.spreadsheetml.styles+xml"/>
  <Override PartName="/xl/sharedStrings.xml" ContentType="application/vnd.openxmlformats-officedocument.spreadsheetml.sharedStrin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ppt/embeddings/excel_extracted/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xl/workbook.xml"/><Relationship Id="rId4" Type="http://schemas.openxmlformats.org/officeDocument/2006/relationships/custom-properties" Target="docProps/custom.xml"/></Relationships>
</file>

<file path=ppt/embeddings/excel_extracted/docProps/app.xml><?xml version="1.0" encoding="utf-8"?>
<Properties xmlns="http://schemas.openxmlformats.org/officeDocument/2006/extended-properties" xmlns:vt="http://schemas.openxmlformats.org/officeDocument/2006/docPropsVTypes">
  <Application>Microsoft Macintosh Excel</Application>
  <DocSecurity>0</DocSecurity>
  <ScaleCrop>false</ScaleCrop>
  <HeadingPairs>
    <vt:vector size="2" baseType="variant">
      <vt:variant>
        <vt:lpstr>Worksheets</vt:lpstr>
      </vt:variant>
      <vt:variant>
        <vt:i4>1</vt:i4>
      </vt:variant>
    </vt:vector>
  </HeadingPairs>
  <TitlesOfParts>
    <vt:vector size="1" baseType="lpstr">
      <vt:lpstr>Sheet1</vt:lpstr>
    </vt:vector>
  </TitlesOfParts>
  <Company/>
  <LinksUpToDate>false</LinksUpToDate>
  <SharedDoc>false</SharedDoc>
  <HyperlinksChanged>false</HyperlinksChanged>
  <AppVersion>16.0300</AppVersion>
</Properties>
</file>

<file path=ppt/embeddings/excel_extracted/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LIU, XINYI</dc:creator>
  <cp:lastModifiedBy>LIU, XINYI</cp:lastModifiedBy>
  <dcterms:created xsi:type="dcterms:W3CDTF">2026-01-13T00:28:20Z</dcterms:created>
  <dcterms:modified xsi:type="dcterms:W3CDTF">2026-01-13T22:59:59Z</dcterms:modified>
</cp:coreProperties>
</file>

<file path=ppt/embeddings/excel_extracted/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2026-01-13T00:32:35Z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6cee6127-d7cd-47c6-bd5a-56d9ce5b1b13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

<file path=ppt/embeddings/excel_extracted/xl/_rels/workbook.xml.rels><?xml version="1.0" encoding="UTF-8"?><Relationships xmlns="http://schemas.openxmlformats.org/package/2006/relationships"><Relationship Id="rId3" Type="http://schemas.openxmlformats.org/officeDocument/2006/relationships/styles" Target="styles.xml"/><Relationship Id="rId2" Type="http://schemas.openxmlformats.org/officeDocument/2006/relationships/theme" Target="theme/theme1.xml"/><Relationship Id="rId1" Type="http://schemas.openxmlformats.org/officeDocument/2006/relationships/worksheet" Target="worksheets/sheet1.xml"/><Relationship Id="rId4" Type="http://schemas.openxmlformats.org/officeDocument/2006/relationships/sharedStrings" Target="sharedStrings.xml"/></Relationships>
</file>

<file path=ppt/embeddings/excel_extracted/xl/sharedStrings.xml><?xml version="1.0" encoding="utf-8"?>
<sst xmlns="http://schemas.openxmlformats.org/spreadsheetml/2006/main" count="9" uniqueCount="5">
  <si>
    <t>Exchange Rate</t>
  </si>
  <si>
    <t>CNY</t>
  </si>
  <si>
    <t>USD</t>
  </si>
  <si>
    <t>EUR</t>
  </si>
  <si>
    <t>GBP</t>
  </si>
</sst>
</file>

<file path=ppt/embeddings/excel_extracted/xl/styles.xml><?xml version="1.0" encoding="utf-8"?>
<styleSheet xmlns="http://schemas.openxmlformats.org/spreadsheetml/2006/main" xmlns:mc="http://schemas.openxmlformats.org/markup-compatibility/2006" xmlns:x14ac="http://schemas.microsoft.com/office/spreadsheetml/2009/9/ac" xmlns:x16r2="http://schemas.microsoft.com/office/spreadsheetml/2015/02/main" xmlns:xr="http://schemas.microsoft.com/office/spreadsheetml/2014/revision" mc:Ignorable="x14ac x16r2 xr">
  <fonts count="3" x14ac:knownFonts="1">
    <font>
      <sz val="12"/>
      <color theme="1"/>
      <name val="Aptos Narrow"/>
      <family val="2"/>
      <scheme val="minor"/>
    </font>
    <font>
      <sz val="18"/>
      <color theme="1"/>
      <name val="Aptos"/>
    </font>
    <font>
      <sz val="14"/>
      <color theme="1"/>
      <name val="Aptos"/>
    </font>
  </fonts>
  <fills count="2">
    <fill>
      <patternFill patternType="none"/>
    </fill>
    <fill>
      <patternFill patternType="gray125"/>
    </fill>
  </fills>
  <borders count="5">
    <border>
      <left/>
      <right/>
      <top/>
      <bottom/>
      <diagonal/>
    </border>
    <border>
      <left style="medium">
        <color indexed="64"/>
      </left>
      <right style="medium">
        <color indexed="64"/>
      </right>
      <top style="medium">
        <color indexed="64"/>
      </top>
      <bottom style="medium">
        <color indexed="64"/>
      </bottom>
      <diagonal/>
    </border>
    <border>
      <left/>
      <right style="medium">
        <color indexed="64"/>
      </right>
      <top style="medium">
        <color indexed="64"/>
      </top>
      <bottom style="medium">
        <color indexed="64"/>
      </bottom>
      <diagonal/>
    </border>
    <border>
      <left style="medium">
        <color indexed="64"/>
      </left>
      <right style="medium">
        <color indexed="64"/>
      </right>
      <top/>
      <bottom style="medium">
        <color indexed="64"/>
      </bottom>
      <diagonal/>
    </border>
    <border>
      <left/>
      <right style="medium">
        <color indexed="64"/>
      </right>
      <top/>
      <bottom style="medium">
        <color indexed="64"/>
      </bottom>
      <diagonal/>
    </border>
  </borders>
  <cellStyleXfs count="1">
    <xf numFmtId="0" fontId="0" fillId="0" borderId="0"/>
  </cellStyleXfs>
  <cellXfs count="6">
    <xf numFmtId="0" fontId="0" fillId="0" borderId="0" xfId="0"/>
    <xf numFmtId="0" fontId="1" fillId="0" borderId="1" xfId="0" applyFont="1" applyBorder="1" applyAlignment="1">
      <alignment horizontal="center" vertical="center" wrapText="1"/>
    </xf>
    <xf numFmtId="0" fontId="1" fillId="0" borderId="2" xfId="0" applyFont="1" applyBorder="1" applyAlignment="1">
      <alignment horizontal="center" vertical="center" wrapText="1"/>
    </xf>
    <xf numFmtId="0" fontId="1" fillId="0" borderId="3" xfId="0" applyFont="1" applyBorder="1" applyAlignment="1">
      <alignment horizontal="center" vertical="center" wrapText="1"/>
    </xf>
    <xf numFmtId="0" fontId="1" fillId="0" borderId="4" xfId="0" applyFont="1" applyBorder="1" applyAlignment="1">
      <alignment horizontal="center" vertical="center" wrapText="1"/>
    </xf>
    <xf numFmtId="0" fontId="2" fillId="0" borderId="0" xfId="0" applyFont="1" applyAlignment="1">
      <alignment vertical="center"/>
    </xf>
  </cellXfs>
  <cellStyles count="1">
    <cellStyle name="Normal" xfId="0" builtinId="0"/>
  </cellStyles>
  <dxfs count="0"/>
  <tableStyles count="0" defaultTableStyle="TableStyleMedium2" defaultPivotStyle="PivotStyleLight16"/>
  <extLst>
    <ext xmlns:x14="http://schemas.microsoft.com/office/spreadsheetml/2009/9/main" uri="{EB79DEF2-80B8-43e5-95BD-54CBDDF9020C}">
      <x14:slicerStyles defaultSlicerStyle="SlicerStyleLight1"/>
    </ext>
    <ext xmlns:x15="http://schemas.microsoft.com/office/spreadsheetml/2010/11/main" uri="{9260A510-F301-46a8-8635-F512D64BE5F5}">
      <x15:timelineStyles defaultTimelineStyle="TimeSlicerStyleLight1"/>
    </ext>
  </extLst>
</styleSheet>
</file>

<file path=ppt/embeddings/excel_extracted/xl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 Narrow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embeddings/excel_extracted/xl/workbook.xml><?xml version="1.0" encoding="utf-8"?>
<workbook xmlns="http://schemas.openxmlformats.org/spreadsheetml/2006/main" xmlns:r="http://schemas.openxmlformats.org/officeDocument/2006/relationships" xmlns:mc="http://schemas.openxmlformats.org/markup-compatibility/2006" xmlns:x15="http://schemas.microsoft.com/office/spreadsheetml/2010/11/main" xmlns:xr="http://schemas.microsoft.com/office/spreadsheetml/2014/revision" xmlns:xr6="http://schemas.microsoft.com/office/spreadsheetml/2016/revision6" xmlns:xr10="http://schemas.microsoft.com/office/spreadsheetml/2016/revision10" xmlns:xr2="http://schemas.microsoft.com/office/spreadsheetml/2015/revision2" mc:Ignorable="x15 xr xr6 xr10 xr2">
  <fileVersion appName="xl" lastEdited="7" lowestEdited="7" rupBuild="11012"/>
  <workbookPr defaultThemeVersion="202300"/>
  <xr:revisionPtr revIDLastSave="0" documentId="13_ncr:801_{4BC27D04-6152-8846-8F22-363C07257C18}" xr6:coauthVersionLast="47" xr6:coauthVersionMax="47" xr10:uidLastSave="{00000000-0000-0000-0000-000000000000}"/>
  <bookViews>
    <workbookView xWindow="5840" yWindow="3200" windowWidth="28040" windowHeight="17440" xr2:uid="{433D140D-C4E6-1E4B-93AA-82D3963633FE}"/>
  </bookViews>
  <sheets>
    <sheet name="Sheet1" sheetId="1" r:id="rId1"/>
  </sheets>
  <calcPr calcId="191029"/>
  <oleSize ref="A1:E6"/>
  <extLst>
    <ext xmlns:x15="http://schemas.microsoft.com/office/spreadsheetml/2010/11/main" uri="{140A7094-0E35-4892-8432-C4D2E57EDEB5}">
      <x15:workbookPr chartTrackingRefBase="1"/>
    </ext>
    <ext xmlns:xcalcf="http://schemas.microsoft.com/office/spreadsheetml/2018/calcfeatures" uri="{B58B0392-4F1F-4190-BB64-5DF3571DCE5F}">
      <xcalcf:calcFeatures>
        <xcalcf:feature name="microsoft.com:RD"/>
        <xcalcf:feature name="microsoft.com:Single"/>
        <xcalcf:feature name="microsoft.com:FV"/>
        <xcalcf:feature name="microsoft.com:CNMTM"/>
        <xcalcf:feature name="microsoft.com:LET_WF"/>
        <xcalcf:feature name="microsoft.com:LAMBDA_WF"/>
        <xcalcf:feature name="microsoft.com:ARRAYTEXT_WF"/>
      </xcalcf:calcFeatures>
    </ext>
  </extLst>
</workbook>
</file>

<file path=ppt/embeddings/excel_extracted/xl/worksheets/sheet1.xml><?xml version="1.0" encoding="utf-8"?>
<worksheet xmlns="http://schemas.openxmlformats.org/spreadsheetml/2006/main" xmlns:mc="http://schemas.openxmlformats.org/markup-compatibility/2006" xmlns:x14ac="http://schemas.microsoft.com/office/spreadsheetml/2009/9/ac" xmlns:xr="http://schemas.microsoft.com/office/spreadsheetml/2014/revision" mc:Ignorable="x14ac xr xr2 xr3" xr:uid="{E75F80A2-7D97-3949-B6FD-1BB88B5996C0}">
  <dimension ref="A1:E6"/>
  <sheetViews>
    <sheetView tabSelected="1" workbookViewId="0">
      <selection activeCell="C2" sqref="C2"/>
    </sheetView>
  </sheetViews>
  <sheetFormatPr baseColWidth="10" defaultRowHeight="16" x14ac:dyDescent="0.2"/>
  <cols>
    <col min="1" max="1" width="27" customWidth="1"/>
  </cols>
  <sheetData>
    <row r="1" spans="1:5" ht="76" thickBot="1" x14ac:dyDescent="0.25">
      <c r="A1" s="1" t="s">
        <v>0</v>
      </c>
      <c r="B1" s="2" t="s">
        <v>1</v>
      </c>
      <c r="C1" s="2" t="s">
        <v>2</v>
      </c>
      <c r="D1" s="2" t="s">
        <v>3</v>
      </c>
      <c r="E1" s="2" t="s">
        <v>4</v>
      </c>
    </row>
    <row r="2" spans="1:5" ht="26" thickBot="1" x14ac:dyDescent="0.25">
      <c r="A2" s="3" t="s">
        <v>1</v>
      </c>
      <c r="B2" s="4">
        <v>1</v>
      </c>
      <c r="C2" s="4">
        <f>ROUND(1/B3, 3)</f>
        <v>0.13800000000000001</v>
      </c>
      <c r="D2" s="4">
        <f>ROUND(1/B4,3)</f>
        <v>0.127</v>
      </c>
      <c r="E2" s="4">
        <f>ROUND(1/B5, 3)</f>
        <v>0.109</v>
      </c>
    </row>
    <row r="3" spans="1:5" ht="26" thickBot="1" x14ac:dyDescent="0.25">
      <c r="A3" s="3" t="s">
        <v>2</v>
      </c>
      <c r="B3" s="4">
        <v>7.02</v>
      </c>
      <c r="C3" s="4">
        <v>1</v>
      </c>
      <c r="D3" s="4">
        <f>ROUND(1/C4, 3)</f>
        <v>0.92600000000000005</v>
      </c>
      <c r="E3" s="4">
        <f>ROUND(1/C5, 3)</f>
        <v>0.79400000000000004</v>
      </c>
    </row>
    <row r="4" spans="1:5" ht="26" thickBot="1" x14ac:dyDescent="0.25">
      <c r="A4" s="3" t="s">
        <v>3</v>
      </c>
      <c r="B4" s="4">
        <v>7.85</v>
      </c>
      <c r="C4" s="4">
        <v>1.08</v>
      </c>
      <c r="D4" s="4">
        <v>1</v>
      </c>
      <c r="E4" s="4">
        <f>ROUND(1/D5, 3)</f>
        <v>0.85499999999999998</v>
      </c>
    </row>
    <row r="5" spans="1:5" ht="26" thickBot="1" x14ac:dyDescent="0.25">
      <c r="A5" s="3" t="s">
        <v>4</v>
      </c>
      <c r="B5" s="4">
        <v>9.17</v>
      </c>
      <c r="C5" s="4">
        <v>1.26</v>
      </c>
      <c r="D5" s="4">
        <v>1.17</v>
      </c>
      <c r="E5" s="4">
        <v>1</v>
      </c>
    </row>
    <row r="6" spans="1:5" ht="19" x14ac:dyDescent="0.2">
      <c r="A6" s="5"/>
    </row>
  </sheetData>
  <pageMargins left="0.7" right="0.7" top="0.75" bottom="0.75" header="0.3" footer="0.3"/>
</worksheet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rate: </a:t>
            </a:r>
          </a:p>
          <a:p>
            <a:r>
              <a:rPr lang="en-US" dirty="0"/>
              <a:t>USD to CNY=7.02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