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596000" y="635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596000" y="635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596000" y="635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596000" y="635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596000" y="6358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 sz="1600" b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