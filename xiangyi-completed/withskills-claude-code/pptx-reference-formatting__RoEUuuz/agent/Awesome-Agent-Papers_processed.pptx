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7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ns0: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/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914400" y="5774000"/>
            <a:ext cx="7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 sz="1600">
                <a:effectLst/>
                <a:latin typeface="Arial"/>
                <a:solidFill>
                  <a:srgbClr val="989596"/>
                </a:solidFill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914400" y="5774000"/>
            <a:ext cx="7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b="0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b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914400" y="5774000"/>
            <a:ext cx="7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 b="0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b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914400" y="5774000"/>
            <a:ext cx="7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0" sz="160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914400" y="5774000"/>
            <a:ext cx="7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b="0" sz="160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b="0" sz="160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Foam-Agent: Towards Automated Intelligent CFD Workflows</a:t>
            </a:r>
            <a:endParaRPr lang="en-CN" dirty="0"/>
          </a:p>
          <a:p>
            <a:pPr lvl="0"/>
            <a:r>
              <a:rPr lang="en-US" dirty="0"/>
              <a:t>ReAct: Synergizing Reasoning and Acting in Language Models</a:t>
            </a:r>
            <a:endParaRPr lang="en-CN" dirty="0"/>
          </a:p>
          <a:p>
            <a:pPr lvl="0"/>
            <a:r>
              <a:rPr lang="en-US" dirty="0"/>
              <a:t>Why Do Multi-Agent LLM Systems Fail?</a:t>
            </a:r>
            <a:endParaRPr lang="en-CN" dirty="0"/>
          </a:p>
          <a:p>
            <a:pPr lvl="0"/>
            <a:r>
              <a:rPr lang="en-US" dirty="0"/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99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