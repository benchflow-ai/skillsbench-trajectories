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:Relationships xmlns:rel="http://schemas.openxmlformats.org/package/2006/relationships"><rel:Relationship Id="rId8" Type="http://schemas.openxmlformats.org/officeDocument/2006/relationships/presProps" Target="presProps.xml"/><rel:Relationship Id="rId3" Type="http://schemas.openxmlformats.org/officeDocument/2006/relationships/slide" Target="slides/slide2.xml"/><rel:Relationship Id="rId7" Type="http://schemas.openxmlformats.org/officeDocument/2006/relationships/slide" Target="slides/slide6.xml"/><rel:Relationship Id="rId2" Type="http://schemas.openxmlformats.org/officeDocument/2006/relationships/slide" Target="slides/slide1.xml"/><rel:Relationship Id="rId1" Type="http://schemas.openxmlformats.org/officeDocument/2006/relationships/slideMaster" Target="slideMasters/slideMaster1.xml"/><rel:Relationship Id="rId6" Type="http://schemas.openxmlformats.org/officeDocument/2006/relationships/slide" Target="slides/slide5.xml"/><rel:Relationship Id="rId11" Type="http://schemas.openxmlformats.org/officeDocument/2006/relationships/tableStyles" Target="tableStyles.xml"/><rel:Relationship Id="rId5" Type="http://schemas.openxmlformats.org/officeDocument/2006/relationships/slide" Target="slides/slide4.xml"/><rel:Relationship Id="rId10" Type="http://schemas.openxmlformats.org/officeDocument/2006/relationships/theme" Target="theme/theme1.xml"/><rel:Relationship Id="rId4" Type="http://schemas.openxmlformats.org/officeDocument/2006/relationships/slide" Target="slides/slide3.xml"/><rel:Relationship Id="rId9" Type="http://schemas.openxmlformats.org/officeDocument/2006/relationships/viewProps" Target="viewProps.xml"/><rel:Relationship Id="rId12" Type="http://schemas.openxmlformats.org/officeDocument/2006/relationships/slide" Target="slides/slide7.xml"/></rel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3096000" y="635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0" dirty="0" sz="1600">
                <a:effectLst/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3096000" y="635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3096000" y="635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3096000" y="635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2296000" y="6358000"/>
            <a:ext cx="7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