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7.xml" ContentType="application/vnd.openxmlformats-officedocument.presentationml.slide+xml"/>
</ns0:Types>
</file>

<file path=_rels/.rels><?xml version="1.0" encoding="ascii"?>
<Relationships xmlns="http://schemas.openxmlformats.org/package/2006/relationships">
  <Relationship Id="rId3" Type="http://schemas.openxmlformats.org/package/2006/relationships/metadata/core-properties" Target="docProps/core.xml"/>
  <Relationship Id="rId2" Type="http://schemas.openxmlformats.org/package/2006/relationships/metadata/thumbnail" Target="docProps/thumbnail.jpeg"/>
  <Relationship Id="rId1" Type="http://schemas.openxmlformats.org/officeDocument/2006/relationships/officeDocument" Target="ppt/presentation.xml"/>
  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
  <ns0:Relationship Id="rId8" Type="http://schemas.openxmlformats.org/officeDocument/2006/relationships/presProps" Target="presProps.xml" />
  <ns0:Relationship Id="rId3" Type="http://schemas.openxmlformats.org/officeDocument/2006/relationships/slide" Target="slides/slide2.xml" />
  <ns0:Relationship Id="rId7" Type="http://schemas.openxmlformats.org/officeDocument/2006/relationships/slide" Target="slides/slide6.xml" />
  <ns0:Relationship Id="rId2" Type="http://schemas.openxmlformats.org/officeDocument/2006/relationships/slide" Target="slides/slide1.xml" />
  <ns0:Relationship Id="rId1" Type="http://schemas.openxmlformats.org/officeDocument/2006/relationships/slideMaster" Target="slideMasters/slideMaster1.xml" />
  <ns0:Relationship Id="rId6" Type="http://schemas.openxmlformats.org/officeDocument/2006/relationships/slide" Target="slides/slide5.xml" />
  <ns0:Relationship Id="rId11" Type="http://schemas.openxmlformats.org/officeDocument/2006/relationships/tableStyles" Target="tableStyles.xml" />
  <ns0:Relationship Id="rId5" Type="http://schemas.openxmlformats.org/officeDocument/2006/relationships/slide" Target="slides/slide4.xml" />
  <ns0:Relationship Id="rId10" Type="http://schemas.openxmlformats.org/officeDocument/2006/relationships/theme" Target="theme/theme1.xml" />
  <ns0:Relationship Id="rId4" Type="http://schemas.openxmlformats.org/officeDocument/2006/relationships/slide" Target="slides/slide3.xml" />
  <ns0:Relationship Id="rId9" Type="http://schemas.openxmlformats.org/officeDocument/2006/relationships/viewProps" Target="viewProps.xml" />
<ns0:Relationship Id="rId12" Type="http://schemas.openxmlformats.org/officeDocument/2006/relationships/slide" Target="slides/slide7.xml" /></ns0:Relationships>
</file>

<file path=ppt/slideLayouts/_rels/slideLayout1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6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8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9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0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1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ascii"?>
<Relationships xmlns="http://schemas.openxmlformats.org/package/2006/relationships">
  <Relationship Id="rId8" Type="http://schemas.openxmlformats.org/officeDocument/2006/relationships/slideLayout" Target="../slideLayouts/slideLayout8.xml"/>
  <Relationship Id="rId3" Type="http://schemas.openxmlformats.org/officeDocument/2006/relationships/slideLayout" Target="../slideLayouts/slideLayout3.xml"/>
  <Relationship Id="rId7" Type="http://schemas.openxmlformats.org/officeDocument/2006/relationships/slideLayout" Target="../slideLayouts/slideLayout7.xml"/>
  <Relationship Id="rId12" Type="http://schemas.openxmlformats.org/officeDocument/2006/relationships/theme" Target="../theme/theme1.xml"/>
  <Relationship Id="rId2" Type="http://schemas.openxmlformats.org/officeDocument/2006/relationships/slideLayout" Target="../slideLayouts/slideLayout2.xml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11" Type="http://schemas.openxmlformats.org/officeDocument/2006/relationships/slideLayout" Target="../slideLayouts/slideLayout11.xml"/>
  <Relationship Id="rId5" Type="http://schemas.openxmlformats.org/officeDocument/2006/relationships/slideLayout" Target="../slideLayouts/slideLayout5.xml"/>
  <Relationship Id="rId10" Type="http://schemas.openxmlformats.org/officeDocument/2006/relationships/slideLayout" Target="../slideLayouts/slideLayout10.xml"/>
  <Relationship Id="rId4" Type="http://schemas.openxmlformats.org/officeDocument/2006/relationships/slideLayout" Target="../slideLayouts/slideLayout4.xml"/>
  <Relationship Id="rId9" Type="http://schemas.openxmlformats.org/officeDocument/2006/relationships/slideLayout" Target="../slideLayouts/slideLayout9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ascii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ascii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3.xml.rels><?xml version="1.0" encoding="ascii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4.xml.rels><?xml version="1.0" encoding="ascii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Layout" Target="../slideLayouts/slideLayout2.xml"/>
</Relationships>

</file>

<file path=ppt/slides/_rels/slide5.xml.rels><?xml version="1.0" encoding="ascii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6.xml.rels><?xml version="1.0" encoding="ascii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685800" y="6288668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 typeface="Arial" sz="1600">
                <a:effectLst/>
                <a:latin typeface="Lucida Grande"/>
                <a:solidFill>
                  <a:srgbClr val="989596"/>
                </a:solidFill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685800" y="6288668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typeface="Arial" sz="1600" b="0">
                <a:solidFill>
                  <a:srgbClr val="989596"/>
                </a:solidFill>
              </a:rPr>
              <a:t>ReAct</a:t>
            </a:r>
            <a:r>
              <a:rPr lang="en-US" dirty="0" typeface="Arial" sz="1600" b="0">
                <a:solidFill>
                  <a:srgbClr val="989596"/>
                </a:solidFill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685800" y="6288668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 typeface="Arial" sz="1600" b="0">
                <a:solidFill>
                  <a:srgbClr val="989596"/>
                </a:solidFill>
              </a:rPr>
              <a:t>ReAct</a:t>
            </a:r>
            <a:r>
              <a:rPr lang="en-US" altLang="zh-CN" dirty="0" typeface="Arial" sz="1600" b="0">
                <a:solidFill>
                  <a:srgbClr val="989596"/>
                </a:solidFill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685800" y="6288668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typeface="Arial" sz="1600" b="0">
                <a:solidFill>
                  <a:srgbClr val="989596"/>
                </a:solidFill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685800" y="6011669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typeface="Arial" sz="1600" b="0">
                <a:solidFill>
                  <a:srgbClr val="989596"/>
                </a:solidFill>
              </a:rPr>
              <a:t>MultiAgentBench</a:t>
            </a:r>
            <a:r>
              <a:rPr lang="en-US" dirty="0" typeface="Arial" sz="1600" b="0">
                <a:solidFill>
                  <a:srgbClr val="989596"/>
                </a:solidFill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CN" dirty="0"/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  <a:endParaRPr lang="en-CN" dirty="0"/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CN" dirty="0"/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999999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