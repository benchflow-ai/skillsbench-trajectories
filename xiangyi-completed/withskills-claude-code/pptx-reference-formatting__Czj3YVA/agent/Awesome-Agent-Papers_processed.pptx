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2833500" y="6188668"/>
            <a:ext cx="652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i="0" dirty="0" sz="1600">
                <a:effectLst/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2661000" y="6188668"/>
            <a:ext cx="687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 sz="160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2661000" y="6188668"/>
            <a:ext cx="687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 sz="160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3926000" y="6188668"/>
            <a:ext cx="43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 sz="160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1626000" y="6188668"/>
            <a:ext cx="89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 sz="160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