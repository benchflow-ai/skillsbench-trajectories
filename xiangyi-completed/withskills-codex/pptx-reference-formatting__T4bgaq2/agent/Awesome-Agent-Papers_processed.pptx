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457200" y="6172200"/>
            <a:ext cx="11277600" cy="457200"/>
          </a:xfrm>
          <a:prstGeom prst="rect">
            <a:avLst/>
          </a:prstGeom>
          <a:noFill/>
        </p:spPr>
        <p:txBody>
          <a:bodyPr wrap="none" anchor="b"/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457200" y="6172200"/>
            <a:ext cx="11277600" cy="457200"/>
          </a:xfrm>
          <a:prstGeom prst="rect">
            <a:avLst/>
          </a:prstGeom>
          <a:noFill/>
        </p:spPr>
        <p:txBody>
          <a:bodyPr wrap="none" anchor="b"/>
          <a:lstStyle/>
          <a:p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ReAct</a:t>
            </a:r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: Synergizing Reasoning and Acting in Language Models</a:t>
            </a:r>
            <a:endParaRPr lang="en-CN" dirty="0"/>
            <a:pPr algn="ctr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ns3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457200" y="6172200"/>
            <a:ext cx="11277600" cy="457200"/>
          </a:xfrm>
          <a:prstGeom prst="rect">
            <a:avLst/>
          </a:prstGeom>
          <a:noFill/>
        </p:spPr>
        <p:txBody>
          <a:bodyPr wrap="none" anchor="b"/>
          <a:lstStyle/>
          <a:p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ReAct</a:t>
            </a:r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: Synergizing Reasoning and Acting in Language Models</a:t>
            </a:r>
            <a:endParaRPr lang="en-CN" altLang="zh-CN" dirty="0"/>
            <a:pPr algn="ctr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7200" y="6172200"/>
            <a:ext cx="11277600" cy="457200"/>
          </a:xfrm>
          <a:prstGeom prst="rect">
            <a:avLst/>
          </a:prstGeom>
          <a:noFill/>
        </p:spPr>
        <p:txBody>
          <a:bodyPr wrap="none" anchor="b"/>
          <a:lstStyle/>
          <a:p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Why Do Multi-Agent LLM Systems Fail?</a:t>
            </a:r>
            <a:endParaRPr lang="en-CN" dirty="0"/>
            <a:pPr algn="ctr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457200" y="6172200"/>
            <a:ext cx="11277600" cy="457200"/>
          </a:xfrm>
          <a:prstGeom prst="rect">
            <a:avLst/>
          </a:prstGeom>
          <a:noFill/>
        </p:spPr>
        <p:txBody>
          <a:bodyPr wrap="none" anchor="b"/>
          <a:lstStyle/>
          <a:p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MultiAgentBench</a:t>
            </a:r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 : Evaluating the Collaboration and Competition of LLM agents</a:t>
            </a:r>
            <a:endParaRPr lang="en-CN" dirty="0"/>
            <a:pPr algn="ctr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