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0" y="6208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0" y="6208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0" y="6208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0" y="6208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0" y="6208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201</Words>
  <Application>Microsoft Office PowerPoint</Application>
  <PresentationFormat>宽屏</PresentationFormat>
  <Paragraphs>20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