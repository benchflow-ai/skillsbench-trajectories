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6096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  <a:ea typeface="Arial"/>
                <a:cs typeface="Arial"/>
              </a:rPr>
              <a:t>Foam-Agent: Towards Automated Intelligent CFD Workflows</a:t>
            </a:r>
            <a:endParaRPr sz="1600" b="0" dirty="0">
              <a:solidFill>
                <a:srgbClr val="98959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6096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  <a:ea typeface="Arial"/>
                <a:cs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  <a:ea typeface="Arial"/>
                <a:cs typeface="Arial"/>
              </a:rPr>
              <a:t>: Synergizing Reasoning and Acting in Language Models</a:t>
            </a:r>
            <a:endParaRPr lang="en-CN" dirty="0" sz="1600" b="0">
              <a:solidFill>
                <a:srgbClr val="98959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6096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  <a:ea typeface="Arial"/>
                <a:cs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  <a:ea typeface="Arial"/>
                <a:cs typeface="Arial"/>
              </a:rPr>
              <a:t>: Synergizing Reasoning and Acting in Language Models</a:t>
            </a:r>
            <a:endParaRPr lang="en-CN" altLang="zh-CN" dirty="0" sz="1600" b="0">
              <a:solidFill>
                <a:srgbClr val="98959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6096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  <a:ea typeface="Arial"/>
                <a:cs typeface="Arial"/>
              </a:rPr>
              <a:t>Why Do Multi-Agent LLM Systems Fail?</a:t>
            </a:r>
            <a:endParaRPr lang="en-CN" dirty="0" sz="1600" b="0">
              <a:solidFill>
                <a:srgbClr val="98959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6096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  <a:ea typeface="Arial"/>
                <a:cs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  <a:ea typeface="Arial"/>
                <a:cs typeface="Arial"/>
              </a:rPr>
              <a:t> : Evaluating the Collaboration and Competition of LLM agents</a:t>
            </a:r>
            <a:endParaRPr lang="en-CN" dirty="0" sz="1600" b="0">
              <a:solidFill>
                <a:srgbClr val="98959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201</Words>
  <Application>Microsoft Office PowerPoint</Application>
  <PresentationFormat>宽屏</PresentationFormat>
  <Paragraphs>20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