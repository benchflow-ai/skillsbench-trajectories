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1" r:id="rId4"/>
    <p:sldId id="262" r:id="rId5"/>
    <p:sldId id="258" r:id="rId6"/>
    <p:sldId id="259" r:id="rId7"/>
    <p:sldId id="263" r:id="rId12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79" d="100"/>
          <a:sy n="79" d="100"/>
        </p:scale>
        <p:origin x="16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EBFD2-2652-26D1-F47F-4A4E669352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781D9A-AE6D-5DD3-8EA4-D49F599222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EAC260-61CE-AC1F-30C7-9F4B9B2D6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3EA590-C1ED-DF4B-1712-3D29A69BF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3AAFCC-4C20-1A4F-A85D-0BE6722DA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183430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C6F9A1-B513-42AC-FF1E-1CC1F7072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40D4DD-7678-98D5-E723-0DE2088D63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A115CC-565D-8711-6DFD-A708BE000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B5D04E-1986-099C-F66A-FA4E32509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6F52BD-58B1-D426-CBFC-B79AA024D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711135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F257C-22E0-0556-6904-AB098AE7F2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91A14F-BF07-4A82-58E9-D92F5B2498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351A50-F634-603B-E1B3-39FCBD122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09C5E3-91A0-0072-121D-AB73B1C6D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8290AB-B95B-A8B4-D930-232385DC4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3148225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F3C6A-ABC4-3ECF-D06E-D53A1305A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B4E983-8AE9-F348-10CE-B43F14BCC7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90223F-7278-E35A-413C-B39350DFFF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D4CA54-F499-A1BD-A8A8-72AB83F81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92F0E2-F974-9DC2-A979-51E9546E4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69D133-6997-9A2A-FE2E-478A7EDBE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2232838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BBD6B-5445-AE60-2060-43AAD5EAF3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DEFD9B-7A92-9A44-46E4-A672F64C26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47392A-748B-CA1F-94F5-B37CF4591B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9CB92A-C7EF-4D27-0902-2A80556B6B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37469F-6616-21F8-7099-C21D3504B5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906B26E-1A46-B947-6456-A4016BCC39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880595-419F-5FB9-2138-BAEC520E7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67FF0A-8FB2-9DA7-111D-03ACB3499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216638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E9C6D-F111-57F8-A100-310B00E66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56C75B-7E09-9318-D708-C023DA435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6F60C2-25FF-B55F-FDCF-F34248A77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899E92-BBBE-BC37-FBA9-2445BBE77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6324013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6DBFDB-2435-0FC5-7B53-E27F0E512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036513-E490-322B-9511-CC71943AF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832B0C-0517-6E7D-4C52-0B4F645A8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8010228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3A348-36CA-051C-8A90-BFED531105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2BF018-1C26-3C4E-616A-DF4D54CCA3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88158B-8D08-70E9-E1E3-90344AA5B8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A18C33-164D-6C22-2C43-8FF5C1139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245922-4A24-E596-AA38-7987BCC9C9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4EC8A4-B994-A19C-25AF-DFEF111AC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700689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2AEB9-5811-FC1B-89BE-CBC71FD476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D78669-F705-1C73-7FC5-FB869A0C0A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7A3C70-8E8C-22FA-D82D-B734829558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C4B7B5-D03A-1D5F-CACC-CB030D8B5B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6D58C6-17FD-7EF6-D1B3-59363003A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E66ED5-D03A-ADD2-DFAF-EF6D99876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4116895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BA6DC-311C-1A7E-9775-05712EE9F7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22B822-27D0-480B-98CB-0B0E5028B7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95CFB2-8031-96D6-2C14-A7647DDB67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AFEEB5-6450-4B2F-69E3-1AD5A7FDD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C9B856-693E-C993-7D81-E942BF040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450619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C3A8EAF-6CFA-5DAA-39EA-B3A82CA9A0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2BD549-8CAA-E0FA-D476-6DBD9C8D60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F91D4E-0FA0-0FE5-C003-EC737C26A0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ACEFBA-0D57-B5E9-3164-DC4AA5D48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6C5681-5A63-420B-8DCD-6B44AD5D7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0219780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4E3BF81-C248-7A6F-8652-F6CF36B76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99EA38-C289-459F-FCB2-4C74414F64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8D7939-4AC4-0A56-C086-9E9430EB3C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7E3EDF-082E-29DF-28F6-AAC0397411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BFC09F-97BF-0190-2FDA-6E307E2703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830241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AD2FD9-FC9F-FB2C-E962-D9FED2A966C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Awesome-Agent-Papers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3104075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17158-30A2-0405-C6CB-A22AC5B0FA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Foam - Agent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344191-8C2C-D8E7-1258-7EA1705263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paper presents Foam - Agent, a multi - agent framework automating CFD workflows from natural language. It features unique retrieval, file - generation and error - correction systems, lowering expertise barriers.</a:t>
            </a:r>
            <a:endParaRPr lang="en-CN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A4AA4C9-7B18-4C0B-88EA-FCE93318F9D1}"/>
              </a:ext>
            </a:extLst>
          </p:cNvPr>
          <p:cNvSpPr txBox="1"/>
          <p:nvPr/>
        </p:nvSpPr>
        <p:spPr>
          <a:xfrm>
            <a:off x="457200" y="6126480"/>
            <a:ext cx="11277600" cy="45720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ctr"/>
            <a:r>
              <a:rPr lang="en-US" altLang="zh-CN" b="0" i="0" dirty="0" sz="1600">
                <a:solidFill>
                  <a:srgbClr val="989596"/>
                </a:solidFill>
                <a:effectLst/>
                <a:latin typeface="Arial"/>
              </a:rPr>
              <a:t>Foam-Agent: Towards Automated Intelligent CFD Workflows</a:t>
            </a:r>
          </a:p>
        </p:txBody>
      </p:sp>
    </p:spTree>
    <p:extLst>
      <p:ext uri="{BB962C8B-B14F-4D97-AF65-F5344CB8AC3E}">
        <p14:creationId xmlns:p14="http://schemas.microsoft.com/office/powerpoint/2010/main" val="37336143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F2AE8B-A537-133C-1921-52C05441F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694C14-7040-4644-FC3F-E34279CAD8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r>
              <a:rPr lang="en-US" dirty="0"/>
              <a:t>, a method for prompting large language models in a way that enables them to both reason about problems as well as operate by producing predefined actions which have external effects (e.g. interact with a </a:t>
            </a:r>
            <a:r>
              <a:rPr lang="en-US" dirty="0" err="1"/>
              <a:t>wikipedia</a:t>
            </a:r>
            <a:r>
              <a:rPr lang="en-US" dirty="0"/>
              <a:t> API, or take some action in some simulated text-based environment). 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DE48DA-BA5C-5EDB-7D06-0C4908B1587A}"/>
              </a:ext>
            </a:extLst>
          </p:cNvPr>
          <p:cNvSpPr txBox="1"/>
          <p:nvPr/>
        </p:nvSpPr>
        <p:spPr>
          <a:xfrm>
            <a:off x="457200" y="6126480"/>
            <a:ext cx="11277600" cy="45720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ctr"/>
            <a:r>
              <a:rPr lang="en-US" dirty="0" err="1" sz="1600" b="0">
                <a:solidFill>
                  <a:srgbClr val="989596"/>
                </a:solidFill>
                <a:latin typeface="Arial"/>
              </a:rPr>
              <a:t>ReAct</a:t>
            </a:r>
            <a:r>
              <a:rPr lang="en-US" dirty="0" sz="1600" b="0">
                <a:solidFill>
                  <a:srgbClr val="989596"/>
                </a:solidFill>
                <a:latin typeface="Arial"/>
              </a:rPr>
              <a:t>: Synergizing Reasoning and Acting in Language Models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13441747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750B49-4D7F-52FD-1A0F-4CB538B83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571A92-D33E-B703-5204-842C38DF45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endParaRPr lang="en-CN" dirty="0"/>
          </a:p>
        </p:txBody>
      </p:sp>
      <p:pic>
        <p:nvPicPr>
          <p:cNvPr id="8" name="Content Placeholder 7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ED9C926A-BE8B-CC95-80B3-3CFDF17E9E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27390" y="98854"/>
            <a:ext cx="6872416" cy="5923994"/>
          </a:xfr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C2B7173-6942-0184-E289-DC61773408C5}"/>
              </a:ext>
            </a:extLst>
          </p:cNvPr>
          <p:cNvSpPr txBox="1"/>
          <p:nvPr/>
        </p:nvSpPr>
        <p:spPr>
          <a:xfrm>
            <a:off x="457200" y="6126480"/>
            <a:ext cx="11277600" cy="45720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ctr"/>
            <a:r>
              <a:rPr lang="en-US" altLang="zh-CN" dirty="0" err="1" sz="1600" b="0">
                <a:solidFill>
                  <a:srgbClr val="989596"/>
                </a:solidFill>
                <a:latin typeface="Arial"/>
              </a:rPr>
              <a:t>ReAct</a:t>
            </a:r>
            <a:r>
              <a:rPr lang="en-US" altLang="zh-CN" dirty="0" sz="1600" b="0">
                <a:solidFill>
                  <a:srgbClr val="989596"/>
                </a:solidFill>
                <a:latin typeface="Arial"/>
              </a:rPr>
              <a:t>: Synergizing Reasoning and Acting in Language Models</a:t>
            </a:r>
            <a:endParaRPr lang="en-CN" altLang="zh-CN" dirty="0"/>
          </a:p>
        </p:txBody>
      </p:sp>
    </p:spTree>
    <p:extLst>
      <p:ext uri="{BB962C8B-B14F-4D97-AF65-F5344CB8AC3E}">
        <p14:creationId xmlns:p14="http://schemas.microsoft.com/office/powerpoint/2010/main" val="9670772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9CECD-5FC8-C60B-55A7-C2684BE22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MAST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93520A-C15D-724D-1EB4-12C02E7035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Presents MAST, a taxonomy for MAS failures. Develops an LLM-as-a-Judge pipeline, and </a:t>
            </a:r>
            <a:r>
              <a:rPr lang="en-US" dirty="0" err="1"/>
              <a:t>opensources</a:t>
            </a:r>
            <a:r>
              <a:rPr lang="en-US" dirty="0"/>
              <a:t> data to guide MAS development.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AA79F2-A0EA-6DCE-2F51-977A39FD349C}"/>
              </a:ext>
            </a:extLst>
          </p:cNvPr>
          <p:cNvSpPr txBox="1"/>
          <p:nvPr/>
        </p:nvSpPr>
        <p:spPr>
          <a:xfrm>
            <a:off x="457200" y="6126480"/>
            <a:ext cx="11277600" cy="45720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ctr"/>
            <a:r>
              <a:rPr lang="en-US" dirty="0" sz="1600" b="0">
                <a:solidFill>
                  <a:srgbClr val="989596"/>
                </a:solidFill>
                <a:latin typeface="Arial"/>
              </a:rPr>
              <a:t>Why Do Multi-Agent LLM Systems Fail?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29638484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4A205F-AD10-9A84-A67A-A406298CC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MultiAgentBench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98EF72-91A5-D6A3-1D04-A4AF6A0076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Introduces </a:t>
            </a:r>
            <a:r>
              <a:rPr lang="en-US" dirty="0" err="1"/>
              <a:t>MultiAgentBench</a:t>
            </a:r>
            <a:r>
              <a:rPr lang="en-US" dirty="0"/>
              <a:t> to evaluate LLM - based multi - agent systems. Assesses collaboration and competition, evaluates protocols and strategies, code &amp; data open - sourced.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B19118-5E79-85DE-B9DB-ED733E68C632}"/>
              </a:ext>
            </a:extLst>
          </p:cNvPr>
          <p:cNvSpPr txBox="1"/>
          <p:nvPr/>
        </p:nvSpPr>
        <p:spPr>
          <a:xfrm>
            <a:off x="457200" y="6126480"/>
            <a:ext cx="11277600" cy="45720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ctr"/>
            <a:r>
              <a:rPr lang="en-US" dirty="0" err="1" sz="1600" b="0">
                <a:solidFill>
                  <a:srgbClr val="989596"/>
                </a:solidFill>
                <a:latin typeface="Arial"/>
              </a:rPr>
              <a:t>MultiAgentBench</a:t>
            </a:r>
            <a:r>
              <a:rPr lang="en-US" dirty="0" sz="1600" b="0">
                <a:solidFill>
                  <a:srgbClr val="989596"/>
                </a:solidFill>
                <a:latin typeface="Arial"/>
              </a:rPr>
              <a:t> : Evaluating the Collaboration and Competition of LLM agents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1577728344"/>
      </p:ext>
    </p:extLst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AutoNum type="arabicPeriod" startAt="1"/>
            </a:pPr>
            <a:r>
              <a:t>Foam-Agent: Towards Automated Intelligent CFD Workflows</a:t>
            </a:r>
          </a:p>
          <a:p>
            <a:pPr>
              <a:buAutoNum type="arabicPeriod"/>
            </a:pPr>
            <a:r>
              <a:t>ReAct: Synergizing Reasoning and Acting in Language Models</a:t>
            </a:r>
          </a:p>
          <a:p>
            <a:pPr>
              <a:buAutoNum type="arabicPeriod"/>
            </a:pPr>
            <a:r>
              <a:t>Why Do Multi-Agent LLM Systems Fail?</a:t>
            </a:r>
          </a:p>
          <a:p>
            <a:pPr>
              <a:buAutoNum type="arabicPeriod"/>
            </a:pPr>
            <a:r>
              <a:t>MultiAgentBench : Evaluating the Collaboration and Competition of LLM agents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191</Words>
  <Application>Microsoft Office PowerPoint</Application>
  <PresentationFormat>宽屏</PresentationFormat>
  <Paragraphs>15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Lucida Grande</vt:lpstr>
      <vt:lpstr>Arial</vt:lpstr>
      <vt:lpstr>Office Theme</vt:lpstr>
      <vt:lpstr>Awesome-Agent-Papers</vt:lpstr>
      <vt:lpstr>Foam - Agent</vt:lpstr>
      <vt:lpstr>ReAct</vt:lpstr>
      <vt:lpstr>ReAct</vt:lpstr>
      <vt:lpstr>MAST</vt:lpstr>
      <vt:lpstr>MultiAgentBench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Awesome-Agent-Papers</dc:title>
  <dc:creator>t38810</dc:creator>
  <cp:lastModifiedBy>Chen Jierun</cp:lastModifiedBy>
  <cp:revision>12</cp:revision>
  <dcterms:created xsi:type="dcterms:W3CDTF">2026-01-19T15:38:28Z</dcterms:created>
  <dcterms:modified xsi:type="dcterms:W3CDTF">2026-01-20T08:37:57Z</dcterms:modified>
</cp:coreProperties>
</file>