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87440"/>
            <a:ext cx="11277600" cy="3048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87440"/>
            <a:ext cx="11277600" cy="3048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87440"/>
            <a:ext cx="11277600" cy="3048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87440"/>
            <a:ext cx="11277600" cy="3048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87440"/>
            <a:ext cx="11277600" cy="3048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989596"/>
                </a:solidFill>
                <a:latin typeface="Arial"/>
              </a:defRPr>
              <a:buAutoNum type="arabicPeriod" startAt="1"/>
            </a:pPr>
            <a:r>
              <a:t>Foam-Agent: Towards Automated Intelligent CFD Workflows</a:t>
            </a:r>
          </a:p>
          <a:p>
            <a:pPr>
              <a:defRPr sz="1600" b="0">
                <a:solidFill>
                  <a:srgbClr val="989596"/>
                </a:solidFill>
                <a:latin typeface="Arial"/>
              </a:defRPr>
              <a:buAutoNum type="arabicPeriod"/>
            </a:pPr>
            <a:r>
              <a:t>ReAct: Synergizing Reasoning and Acting in Language Models</a:t>
            </a:r>
          </a:p>
          <a:p>
            <a:pPr>
              <a:defRPr sz="1600" b="0">
                <a:solidFill>
                  <a:srgbClr val="989596"/>
                </a:solidFill>
                <a:latin typeface="Arial"/>
              </a:defRPr>
              <a:buAutoNum type="arabicPeriod"/>
            </a:pPr>
            <a:r>
              <a:t>Why Do Multi-Agent LLM Systems Fail?</a:t>
            </a:r>
          </a:p>
          <a:p>
            <a:pPr>
              <a:defRPr sz="1600" b="0">
                <a:solidFill>
                  <a:srgbClr val="989596"/>
                </a:solidFill>
                <a:latin typeface="Arial"/>
              </a:defR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