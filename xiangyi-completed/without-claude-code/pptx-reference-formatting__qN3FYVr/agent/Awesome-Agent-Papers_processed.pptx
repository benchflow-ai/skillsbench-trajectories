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603500" y="6126480"/>
            <a:ext cx="698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413000" y="6126480"/>
            <a:ext cx="736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413000" y="6126480"/>
            <a:ext cx="736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3810000" y="612648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270000" y="6126480"/>
            <a:ext cx="965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/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200"/>
            </a:pPr>
            <a:r>
              <a:t>1. Foam-Agent: Towards Automated Intelligent CFD Workflows</a:t>
            </a:r>
          </a:p>
          <a:p>
            <a:pPr>
              <a:spcAft>
                <a:spcPts val="600"/>
              </a:spcAft>
              <a:defRPr sz="1200"/>
            </a:pPr>
            <a:r>
              <a:t>2. ReAct: Synergizing Reasoning and Acting in Language Models</a:t>
            </a:r>
          </a:p>
          <a:p>
            <a:pPr>
              <a:spcAft>
                <a:spcPts val="600"/>
              </a:spcAft>
              <a:defRPr sz="1200"/>
            </a:pPr>
            <a:r>
              <a:t>3. Why Do Multi-Agent LLM Systems Fail?</a:t>
            </a:r>
          </a:p>
          <a:p>
            <a:pPr>
              <a:spcAft>
                <a:spcPts val="600"/>
              </a:spcAft>
              <a:defRPr sz="1200"/>
            </a:pPr>
            <a: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