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43200" y="6096000"/>
            <a:ext cx="670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560320" y="6096000"/>
            <a:ext cx="707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560320" y="6096000"/>
            <a:ext cx="70713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901440" y="6096000"/>
            <a:ext cx="43891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6096000"/>
            <a:ext cx="9753600" cy="381000"/>
          </a:xfrm>
        </p:spPr>
        <p:txBody>
          <a:bodyPr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Introduces </a:t>
            </a: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463040" y="6096000"/>
            <a:ext cx="92659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Foam-Agent: Towards Automated Intelligent CFD Workflows</a:t>
            </a:r>
          </a:p>
          <a:p>
            <a:pPr>
              <a:defRPr sz="1400"/>
            </a:pPr>
            <a:r>
              <a:t>2. ReAct: Synergizing Reasoning and Acting in Language Models</a:t>
            </a:r>
          </a:p>
          <a:p>
            <a:pPr>
              <a:defRPr sz="1400"/>
            </a:pPr>
            <a:r>
              <a:t>3. Why Do Multi-Agent LLM Systems Fail?</a:t>
            </a:r>
          </a:p>
          <a:p>
            <a:pPr>
              <a:defRPr sz="1400"/>
            </a:pPr>
            <a:r>
              <a:t>4. Introduces MultiAgentBench to evaluate LLM - based multi - agent systems. Assesses collaboration and competition, evaluates protocols and strategies, code &amp; data open - sourced.</a:t>
            </a:r>
          </a:p>
          <a:p>
            <a:pPr>
              <a:defRPr sz="1400"/>
            </a:pPr>
            <a:r>
              <a:t>5.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