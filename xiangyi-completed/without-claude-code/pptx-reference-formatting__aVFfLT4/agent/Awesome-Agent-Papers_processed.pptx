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2209800" y="6031468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2209800" y="6031468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2209800" y="6031468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2209800" y="6031468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2209800" y="5754469"/>
            <a:ext cx="7772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latin typeface="Arial"/>
              </a:rPr>
              <a:t>Foam-Agent: Towards Automated Intelligent CFD Workflows</a:t>
            </a:r>
          </a:p>
          <a:p>
            <a:pPr/>
            <a:r>
              <a:rPr sz="1400">
                <a:latin typeface="Arial"/>
              </a:rPr>
              <a:t>ReAct: Synergizing Reasoning and Acting in Language Models</a:t>
            </a:r>
          </a:p>
          <a:p>
            <a:pPr/>
            <a:r>
              <a:rPr sz="1400">
                <a:latin typeface="Arial"/>
              </a:rPr>
              <a:t>Why Do Multi-Agent LLM Systems Fail?</a:t>
            </a:r>
          </a:p>
          <a:p>
            <a:pPr/>
            <a:r>
              <a:rPr sz="1400">
                <a:latin typeface="Arial"/>
              </a:rPr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