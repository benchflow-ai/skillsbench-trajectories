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1219200" y="6126480"/>
            <a:ext cx="975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1219200" y="6126480"/>
            <a:ext cx="975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1219200" y="6126480"/>
            <a:ext cx="975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1219200" y="6126480"/>
            <a:ext cx="975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1219200" y="6126480"/>
            <a:ext cx="975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MultiAgentBench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1. Foam-Agent: Towards Automated Intelligent CFD Workflows</a:t>
            </a:r>
          </a:p>
          <a:p>
            <a:pPr>
              <a:defRPr sz="1200"/>
            </a:pPr>
            <a:r>
              <a:t>1. Foam-Agent: Towards Automated Intelligent CFD Workflows</a:t>
            </a:r>
          </a:p>
          <a:p>
            <a:pPr>
              <a:defRPr sz="1200"/>
            </a:pPr>
            <a:r>
              <a:t>2. MultiAgentBench : Evaluating the Collaboration and Competition of LLM agents</a:t>
            </a:r>
          </a:p>
          <a:p>
            <a:pPr>
              <a:defRPr sz="1200"/>
            </a:pPr>
            <a:r>
              <a:t>3. ReAct: Synergizing Reasoning and Acting in Language Models</a:t>
            </a:r>
          </a:p>
          <a:p>
            <a:pPr>
              <a:defRPr sz="1200"/>
            </a:pPr>
            <a:r>
              <a:t>4. Why Do Multi-Agent LLM Systems Fail?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