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335280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3215640" y="62179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3215640" y="62179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221480" y="62179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2392680" y="621792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latin typeface="Arial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latin typeface="Arial"/>
              </a:rPr>
              <a:t>1. Foam-Agent: Towards Automated Intelligent CFD Workflows</a:t>
            </a:r>
          </a:p>
          <a:p>
            <a:pPr>
              <a:spcAft>
                <a:spcPts val="600"/>
              </a:spcAft>
            </a:pPr>
            <a:r>
              <a:rPr sz="1400">
                <a:latin typeface="Arial"/>
              </a:rPr>
              <a:t>2. ReAct: Synergizing Reasoning and Acting in Language Models</a:t>
            </a:r>
          </a:p>
          <a:p>
            <a:pPr>
              <a:spcAft>
                <a:spcPts val="600"/>
              </a:spcAft>
            </a:pPr>
            <a:r>
              <a:rPr sz="1400">
                <a:latin typeface="Arial"/>
              </a:rPr>
              <a:t>3. Why Do Multi-Agent LLM Systems Fail?</a:t>
            </a:r>
          </a:p>
          <a:p>
            <a:pPr>
              <a:spcAft>
                <a:spcPts val="600"/>
              </a:spcAft>
            </a:pPr>
            <a:r>
              <a:rPr sz="1400">
                <a:latin typeface="Arial"/>
              </a:rP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