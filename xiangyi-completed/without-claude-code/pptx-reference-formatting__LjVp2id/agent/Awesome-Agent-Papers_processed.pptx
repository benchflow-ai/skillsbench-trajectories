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9000" y="6400800"/>
            <a:ext cx="2794000" cy="0"/>
          </a:xfrm>
        </p:spPr>
        <p:txBody>
          <a:bodyPr wrap="none"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21750" y="6400800"/>
            <a:ext cx="30035500" cy="0"/>
          </a:xfrm>
        </p:spPr>
        <p:txBody>
          <a:bodyPr wrap="none"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254250" y="6031468"/>
            <a:ext cx="7683500" cy="369332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044700" y="6031468"/>
            <a:ext cx="8102600" cy="369332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044700" y="6031468"/>
            <a:ext cx="8102600" cy="369332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774950" y="6400800"/>
            <a:ext cx="17741900" cy="0"/>
          </a:xfrm>
        </p:spPr>
        <p:txBody>
          <a:bodyPr wrap="none"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Presents MAST, a taxonomy for MAS failures. Develops an LLM-as-a-Judge pipeline, and opensources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3581400" y="6031468"/>
            <a:ext cx="5029200" cy="369332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267450" y="6400800"/>
            <a:ext cx="24726900" cy="0"/>
          </a:xfrm>
        </p:spPr>
        <p:txBody>
          <a:bodyPr wrap="none"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Introduces MultiAgentBench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787400" y="5754469"/>
            <a:ext cx="10617200" cy="646331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