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943600"/>
            <a:ext cx="10972800" cy="0"/>
          </a:xfrm>
        </p:spPr>
        <p:txBody>
          <a:bodyPr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Introduces </a:t>
            </a: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59436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Foam-Agent: Towards Automated Intelligent CFD Workflows</a:t>
            </a:r>
          </a:p>
          <a:p>
            <a:pPr/>
            <a:r>
              <a:t>ReAct: Synergizing Reasoning and Acting in Language Models</a:t>
            </a:r>
          </a:p>
          <a:p>
            <a:pPr/>
            <a:r>
              <a:t>Why Do Multi-Agent LLM Systems Fail?</a:t>
            </a:r>
          </a:p>
          <a:p>
            <a:pPr/>
            <a:r>
              <a:t>Introduces MultiAgentBench to evaluate LLM - based multi - agent systems. Assesses collaboration and competition, evaluates protocols and strategies, code &amp; data open - sourced.</a:t>
            </a:r>
          </a:p>
          <a:p>
            <a:pPr/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