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124200" y="6126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124200" y="6126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124200" y="6126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124200" y="6126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3335965" y="400129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MultiAgentBench</a:t>
            </a:r>
            <a:r>
              <a:rPr lang="en-US" dirty="0"/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uNone/>
          <a:buNone/>
          <a:buNone/>
          <a:buNone/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1. Foam-Agent: Towards Automated Intelligent CFD Workflows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2. ReAct: Synergizing Reasoning and Acting in Language Models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3. Why Do Multi-Agent LLM Systems Fail?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4. MultiAgentBench: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