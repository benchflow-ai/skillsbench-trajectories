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952750" y="6258560"/>
            <a:ext cx="6286500" cy="39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854960" y="6258560"/>
            <a:ext cx="6482080" cy="39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854960" y="6258560"/>
            <a:ext cx="6482080" cy="39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29710" y="6258560"/>
            <a:ext cx="4132580" cy="39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976120" y="6258560"/>
            <a:ext cx="8239760" cy="39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latin typeface="Arial"/>
              </a:rPr>
              <a:t>1. Foam-Agent: Towards Automated Intelligent CFD Workflows</a:t>
            </a:r>
          </a:p>
          <a:p>
            <a:pPr/>
            <a:r>
              <a:rPr sz="1600">
                <a:latin typeface="Arial"/>
              </a:rPr>
              <a:t>2. ReAct: Synergizing Reasoning and Acting in Language Models</a:t>
            </a:r>
          </a:p>
          <a:p>
            <a:pPr/>
            <a:r>
              <a:rPr sz="1600">
                <a:latin typeface="Arial"/>
              </a:rPr>
              <a:t>3. Why Do Multi-Agent LLM Systems Fail?</a:t>
            </a:r>
          </a:p>
          <a:p>
            <a:pPr/>
            <a:r>
              <a:rPr sz="160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