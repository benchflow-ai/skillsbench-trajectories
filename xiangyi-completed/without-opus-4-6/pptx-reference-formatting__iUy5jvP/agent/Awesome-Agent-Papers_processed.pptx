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3051000" y="6188668"/>
            <a:ext cx="609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973500" y="6188668"/>
            <a:ext cx="624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973500" y="6188668"/>
            <a:ext cx="624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061000" y="6188668"/>
            <a:ext cx="407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2178500" y="6188668"/>
            <a:ext cx="783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600">
                <a:latin typeface="Arial"/>
              </a:rPr>
              <a:t>1. Foam-Agent: Towards Automated Intelligent CFD Workflows</a:t>
            </a:r>
          </a:p>
          <a:p>
            <a:pPr algn="l"/>
            <a:r>
              <a:rPr sz="1600">
                <a:latin typeface="Arial"/>
              </a:rPr>
              <a:t>2. ReAct: Synergizing Reasoning and Acting in Language Models</a:t>
            </a:r>
          </a:p>
          <a:p>
            <a:pPr algn="l"/>
            <a:r>
              <a:rPr sz="1600">
                <a:latin typeface="Arial"/>
              </a:rPr>
              <a:t>3. Why Do Multi-Agent LLM Systems Fail?</a:t>
            </a:r>
          </a:p>
          <a:p>
            <a:pPr algn="l"/>
            <a:r>
              <a:rPr sz="1600">
                <a:latin typeface="Arial"/>
              </a:rP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