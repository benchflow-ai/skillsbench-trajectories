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2769870" y="6288668"/>
            <a:ext cx="665226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2598420" y="6288668"/>
            <a:ext cx="699516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ReAct: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2598420" y="6288668"/>
            <a:ext cx="699516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ReAct: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3855720" y="6288668"/>
            <a:ext cx="448056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1569720" y="6288668"/>
            <a:ext cx="905256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MultiAgentBench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/>
            <a:r>
              <a:rPr sz="1400" b="0">
                <a:solidFill>
                  <a:srgbClr val="000000"/>
                </a:solidFill>
                <a:latin typeface="Arial"/>
              </a:rPr>
              <a:t>1. Foam-Agent: Towards Automated Intelligent CFD Workflows</a:t>
            </a:r>
          </a:p>
          <a:p>
            <a:pPr algn="l"/>
            <a:r>
              <a:rPr sz="1400" b="0">
                <a:solidFill>
                  <a:srgbClr val="000000"/>
                </a:solidFill>
                <a:latin typeface="Arial"/>
              </a:rPr>
              <a:t>2. ReAct: Synergizing Reasoning and Acting in Language Models</a:t>
            </a:r>
          </a:p>
          <a:p>
            <a:pPr algn="l"/>
            <a:r>
              <a:rPr sz="1400" b="0">
                <a:solidFill>
                  <a:srgbClr val="000000"/>
                </a:solidFill>
                <a:latin typeface="Arial"/>
              </a:rPr>
              <a:t>3. Why Do Multi-Agent LLM Systems Fail?</a:t>
            </a:r>
          </a:p>
          <a:p>
            <a:pPr algn="l"/>
            <a:r>
              <a:rPr sz="1400" b="0">
                <a:solidFill>
                  <a:srgbClr val="000000"/>
                </a:solidFill>
                <a:latin typeface="Arial"/>
              </a:rPr>
              <a:t>4. MultiAgentBench 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