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2952750" y="6019800"/>
            <a:ext cx="62865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2781300" y="6019800"/>
            <a:ext cx="6629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2781300" y="6019800"/>
            <a:ext cx="66294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038600" y="6019800"/>
            <a:ext cx="4114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752600" y="6019800"/>
            <a:ext cx="86868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89596"/>
                </a:solidFill>
                <a:latin typeface="Arial"/>
              </a:defRPr>
            </a:pPr>
            <a: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800" b="1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latin typeface="Arial"/>
              </a:defRPr>
            </a:pPr>
            <a:r>
              <a:t>1. Foam-Agent: Towards Automated Intelligent CFD Workflows</a:t>
            </a:r>
          </a:p>
          <a:p>
            <a:pPr>
              <a:defRPr sz="1400">
                <a:latin typeface="Arial"/>
              </a:defRPr>
            </a:pPr>
            <a:r>
              <a:t>2. ReAct: Synergizing Reasoning and Acting in Language Models</a:t>
            </a:r>
          </a:p>
          <a:p>
            <a:pPr>
              <a:defRPr sz="1400">
                <a:latin typeface="Arial"/>
              </a:defRPr>
            </a:pPr>
            <a:r>
              <a:t>3. Why Do Multi-Agent LLM Systems Fail?</a:t>
            </a:r>
          </a:p>
          <a:p>
            <a:pPr>
              <a:defRPr sz="1400">
                <a:latin typeface="Arial"/>
              </a:defRPr>
            </a:pPr>
            <a: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