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rate: </a:t>
            </a:r>
          </a:p>
          <a:p>
            <a:r>
              <a:rPr lang="en-US" dirty="0"/>
              <a:t>USD to CNY=7.02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