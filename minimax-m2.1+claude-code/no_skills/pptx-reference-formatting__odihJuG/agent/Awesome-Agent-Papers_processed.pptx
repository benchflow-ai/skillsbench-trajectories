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724150" y="6031468"/>
            <a:ext cx="6743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552700" y="6031468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552700" y="6031468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3810000" y="60314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524000" y="5754469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Arial"/>
              </a:defRPr>
            </a:pPr>
            <a:r>
              <a:t>1. Foam-Agent: Towards Automated Intelligent CFD Workflows</a:t>
            </a:r>
          </a:p>
          <a:p>
            <a:pPr>
              <a:defRPr sz="1600" b="0">
                <a:solidFill>
                  <a:srgbClr val="000000"/>
                </a:solidFill>
                <a:latin typeface="Arial"/>
              </a:defRPr>
            </a:pPr>
            <a:r>
              <a:t>2. ReAct: Synergizing Reasoning and Acting in Language Models</a:t>
            </a:r>
          </a:p>
          <a:p>
            <a:pPr>
              <a:defRPr sz="1600" b="0">
                <a:solidFill>
                  <a:srgbClr val="000000"/>
                </a:solidFill>
                <a:latin typeface="Arial"/>
              </a:defRPr>
            </a:pPr>
            <a:r>
              <a:t>3. Why Do Multi-Agent LLM Systems Fail?</a:t>
            </a:r>
          </a:p>
          <a:p>
            <a:pPr>
              <a:defRPr sz="1600" b="0">
                <a:solidFill>
                  <a:srgbClr val="000000"/>
                </a:solidFill>
                <a:latin typeface="Arial"/>
              </a:defRPr>
            </a:pPr>
            <a: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