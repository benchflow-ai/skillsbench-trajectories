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4384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Lucida Grande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4384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/>
              <a:t>ReAct</a:t>
            </a:r>
            <a:r>
              <a:rPr lang="en-US" dirty="0"/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4384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dirty="0" err="1"/>
              <a:t>ReAct</a:t>
            </a:r>
            <a:r>
              <a:rPr lang="en-US" altLang="zh-CN" dirty="0"/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24384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/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4384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/>
              <a:t>MultiAgentBench</a:t>
            </a:r>
            <a:r>
              <a:rPr lang="en-US" dirty="0"/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0">
                <a:latin typeface="Arial"/>
              </a:defRPr>
            </a:pPr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Arial"/>
              </a:defRPr>
            </a:pPr>
            <a:r>
              <a:t>Foam-Agent: Towards Automated Intelligent CFD Workflows</a:t>
            </a:r>
          </a:p>
          <a:p>
            <a:pPr>
              <a:defRPr sz="1800" b="0">
                <a:latin typeface="Arial"/>
              </a:defRPr>
            </a:pPr>
            <a:r>
              <a:t>ReAct: Synergizing Reasoning and Acting in Language Models</a:t>
            </a:r>
          </a:p>
          <a:p>
            <a:pPr>
              <a:defRPr sz="1800" b="0">
                <a:latin typeface="Arial"/>
              </a:defRPr>
            </a:pPr>
            <a:r>
              <a:t>Why Do Multi-Agent LLM Systems Fail?</a:t>
            </a:r>
          </a:p>
          <a:p>
            <a:pPr>
              <a:defRPr sz="1800" b="0">
                <a:latin typeface="Arial"/>
              </a:defRPr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