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943600"/>
            <a:ext cx="8229600" cy="731520"/>
          </a:xfrm>
        </p:spPr>
        <p:txBody>
          <a:bodyPr anchor="b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943600"/>
            <a:ext cx="8229600" cy="731520"/>
          </a:xfrm>
        </p:spPr>
        <p:txBody>
          <a:bodyPr anchor="b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ReAct, a method for prompting large language models in a way that enables them to both reason about problems as well as operate by producing predefined actions which have external effects (e.g. interact with a wikipedia API, or take some action in some simulated text-based environment).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943600"/>
            <a:ext cx="8229600" cy="731520"/>
          </a:xfrm>
        </p:spPr>
        <p:txBody>
          <a:bodyPr anchor="b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Presents MAST, a taxonomy for MAS failures. Develops an LLM-as-a-Judge pipeline, and opensources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943600"/>
            <a:ext cx="8229600" cy="731520"/>
          </a:xfrm>
        </p:spPr>
        <p:txBody>
          <a:bodyPr anchor="b"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Introduces MultiAgentBench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latin typeface="Arial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89596"/>
                </a:solidFill>
                <a:latin typeface="Arial"/>
              </a:defRPr>
            </a:pPr>
            <a:r>
              <a:t>The paper presents Foam - Agent, a multi - agent framework automating CFD workflows from natural language. It features unique retrieval, file - generation and error - correction systems, lowering expertise barriers.</a:t>
            </a:r>
          </a:p>
          <a:p>
            <a:pPr>
              <a:defRPr sz="1600">
                <a:solidFill>
                  <a:srgbClr val="989596"/>
                </a:solidFill>
                <a:latin typeface="Arial"/>
              </a:defRPr>
            </a:pPr>
            <a:r>
              <a:t>Foam-Agent: Towards Automated Intelligent CFD Workflows</a:t>
            </a:r>
          </a:p>
          <a:p>
            <a:pPr>
              <a:defRPr sz="1600">
                <a:solidFill>
                  <a:srgbClr val="989596"/>
                </a:solidFill>
                <a:latin typeface="Arial"/>
              </a:defRPr>
            </a:pPr>
            <a:r>
              <a:t>ReAct, a method for prompting large language models in a way that enables them to both reason about problems as well as operate by producing predefined actions which have external effects (e.g. interact with a wikipedia API, or take some action in some simulated text-based environment).</a:t>
            </a:r>
          </a:p>
          <a:p>
            <a:pPr>
              <a:defRPr sz="1600">
                <a:solidFill>
                  <a:srgbClr val="989596"/>
                </a:solidFill>
                <a:latin typeface="Arial"/>
              </a:defRPr>
            </a:pPr>
            <a:r>
              <a:t>ReAct: Synergizing Reasoning and Acting in Language Models</a:t>
            </a:r>
          </a:p>
          <a:p>
            <a:pPr>
              <a:defRPr sz="1600">
                <a:solidFill>
                  <a:srgbClr val="989596"/>
                </a:solidFill>
                <a:latin typeface="Arial"/>
              </a:defRPr>
            </a:pPr>
            <a:r>
              <a:t>Presents MAST, a taxonomy for MAS failures. Develops an LLM-as-a-Judge pipeline, and opensources data to guide MAS development.</a:t>
            </a:r>
          </a:p>
          <a:p>
            <a:pPr>
              <a:defRPr sz="1600">
                <a:solidFill>
                  <a:srgbClr val="989596"/>
                </a:solidFill>
                <a:latin typeface="Arial"/>
              </a:defRPr>
            </a:pPr>
            <a:r>
              <a:t>Why Do Multi-Agent LLM Systems Fail?</a:t>
            </a:r>
          </a:p>
          <a:p>
            <a:pPr>
              <a:defRPr sz="1600">
                <a:solidFill>
                  <a:srgbClr val="989596"/>
                </a:solidFill>
                <a:latin typeface="Arial"/>
              </a:defRPr>
            </a:pPr>
            <a:r>
              <a:t>Introduces MultiAgentBench to evaluate LLM - based multi - agent systems. Assesses collaboration and competition, evaluates protocols and strategies, code &amp; data open - sourced.</a:t>
            </a:r>
          </a:p>
          <a:p>
            <a:pPr>
              <a:defRPr sz="1600">
                <a:solidFill>
                  <a:srgbClr val="989596"/>
                </a:solidFill>
                <a:latin typeface="Arial"/>
              </a:defRPr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