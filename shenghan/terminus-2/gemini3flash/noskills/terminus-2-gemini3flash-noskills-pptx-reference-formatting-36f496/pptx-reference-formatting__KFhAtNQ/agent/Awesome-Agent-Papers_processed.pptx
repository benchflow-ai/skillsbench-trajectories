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0" y="6305788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0" y="6305788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0" y="6305788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0" y="6305788"/>
            <a:ext cx="12192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0" y="6028789"/>
            <a:ext cx="1219200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