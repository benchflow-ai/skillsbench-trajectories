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ascii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5" Type="http://schemas.openxmlformats.org/officeDocument/2006/relationships/custom-properties" Target="docProps/custom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ascii"?>
<Relationships xmlns="http://schemas.openxmlformats.org/package/2006/relationships">
  <Relationship Id="rId3" Type="http://schemas.openxmlformats.org/officeDocument/2006/relationships/presProps" Target="presProps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tableStyles" Target="tableStyles.xml"/>
  <Relationship Id="rId5" Type="http://schemas.openxmlformats.org/officeDocument/2006/relationships/theme" Target="theme/theme1.xml"/>
  <Relationship Id="rId4" Type="http://schemas.openxmlformats.org/officeDocument/2006/relationships/viewProps" Target="viewProps.xml"/>
</Relationships>

</file>

<file path=ppt/slideLayouts/_rels/slideLayout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ascii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ascii"?>
<Relationships xmlns="http://schemas.openxmlformats.org/package/2006/relationships">
  <Relationship Id="rId8" Type="http://schemas.openxmlformats.org/officeDocument/2006/relationships/slideLayout" Target="../slideLayouts/slideLayout8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ascii"?>
<Relationships xmlns="http://schemas.openxmlformats.org/package/2006/relationships">
  <Relationship Id="rId3" Type="http://schemas.openxmlformats.org/officeDocument/2006/relationships/image" Target="../media/image1.emf"/>
  <Relationship Id="rId2" Type="http://schemas.openxmlformats.org/officeDocument/2006/relationships/package" Target="../embeddings/Microsoft_Excel_Worksheet.xlsx"/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rate: </a:t>
            </a:r>
          </a:p>
          <a:p>
            <a:r>
              <a:rPr lang="en-US" dirty="0"/>
              <a:t>USD to CNY=7.02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