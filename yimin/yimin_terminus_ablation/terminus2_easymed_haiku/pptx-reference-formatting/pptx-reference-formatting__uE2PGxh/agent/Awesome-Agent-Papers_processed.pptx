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7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ASCII'?>
<Relationships xmlns="http://schemas.openxmlformats.org/package/2006/relationships">
  <Relationship Id="rId8" Type="http://schemas.openxmlformats.org/officeDocument/2006/relationships/presProps" Target="presProps.xml"/>
  <Relationship Id="rId3" Type="http://schemas.openxmlformats.org/officeDocument/2006/relationships/slide" Target="slides/slide2.xml"/>
  <Relationship Id="rId7" Type="http://schemas.openxmlformats.org/officeDocument/2006/relationships/slide" Target="slides/slide6.xml"/>
  <Relationship Id="rId2" Type="http://schemas.openxmlformats.org/officeDocument/2006/relationships/slide" Target="slides/slide1.xml"/>
  <Relationship Id="rId1" Type="http://schemas.openxmlformats.org/officeDocument/2006/relationships/slideMaster" Target="slideMasters/slideMaster1.xml"/>
  <Relationship Id="rId6" Type="http://schemas.openxmlformats.org/officeDocument/2006/relationships/slide" Target="slides/slide5.xml"/>
  <Relationship Id="rId11" Type="http://schemas.openxmlformats.org/officeDocument/2006/relationships/tableStyles" Target="tableStyles.xml"/>
  <Relationship Id="rId5" Type="http://schemas.openxmlformats.org/officeDocument/2006/relationships/slide" Target="slides/slide4.xml"/>
  <Relationship Id="rId10" Type="http://schemas.openxmlformats.org/officeDocument/2006/relationships/theme" Target="theme/theme1.xml"/>
  <Relationship Id="rId4" Type="http://schemas.openxmlformats.org/officeDocument/2006/relationships/slide" Target="slides/slide3.xml"/>
  <Relationship Id="rId9" Type="http://schemas.openxmlformats.org/officeDocument/2006/relationships/viewProps" Target="viewProps.xml"/>
  <Relationship Id="rId12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648606" y="4254090"/>
            <a:ext cx="7903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113221" y="500906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ReAct</a:t>
            </a:r>
            <a:r>
              <a:rPr lang="en-US" dirty="0"/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371877" y="3161009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ReAct</a:t>
            </a:r>
            <a:r>
              <a:rPr lang="en-US" altLang="zh-CN" dirty="0"/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569342" y="441391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MultiAgentBench: Evaluating the Collaboration and Competition of LLM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3335965" y="4001294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MultiAgentBench</a:t>
            </a:r>
            <a:r>
              <a:rPr lang="en-US" dirty="0"/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latin typeface="Arial"/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t>1. Foam-Agent: Towards Automated Intelligent CFD Workflows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t>2. ReAct: Synergizing Reasoning and Acting in Language Models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t>3. Why Do Multi-Agent LLM Systems Fail?</a:t>
            </a:r>
          </a:p>
          <a:p>
            <a:pPr>
              <a:defRPr sz="1400">
                <a:solidFill>
                  <a:srgbClr val="000000"/>
                </a:solidFill>
                <a:latin typeface="Arial"/>
              </a:defRPr>
            </a:pPr>
            <a:r>
              <a:t>4. MultiAgentBench: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