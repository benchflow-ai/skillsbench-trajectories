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61" r:id="rId4"/>
    <p:sldId id="262" r:id="rId5"/>
    <p:sldId id="258" r:id="rId6"/>
    <p:sldId id="259" r:id="rId7"/>
    <p:sldId id="263" r:id="rId12"/>
  </p:sldIdLst>
  <p:sldSz cx="12192000" cy="6858000"/>
  <p:notesSz cx="6858000" cy="9144000"/>
  <p:defaultTextStyle>
    <a:defPPr>
      <a:defRPr lang="en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79" d="100"/>
          <a:sy n="79" d="100"/>
        </p:scale>
        <p:origin x="164" y="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Relationship Id="rId12" Type="http://schemas.openxmlformats.org/officeDocument/2006/relationships/slide" Target="slides/slide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FEBFD2-2652-26D1-F47F-4A4E669352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0781D9A-AE6D-5DD3-8EA4-D49F599222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3EAC260-61CE-AC1F-30C7-9F4B9B2D64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E3EA590-C1ED-DF4B-1712-3D29A69BF2D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D3AAFCC-4C20-1A4F-A85D-0BE6722DA9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18343042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8C6F9A1-B513-42AC-FF1E-1CC1F707246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40D4DD-7678-98D5-E723-0DE2088D63A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A115CC-565D-8711-6DFD-A708BE000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B5D04E-1986-099C-F66A-FA4E32509A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6F52BD-58B1-D426-CBFC-B79AA024D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711135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5F257C-22E0-0556-6904-AB098AE7F2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91A14F-BF07-4A82-58E9-D92F5B2498E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351A50-F634-603B-E1B3-39FCBD122B0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B09C5E3-91A0-0072-121D-AB73B1C6D3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28290AB-B95B-A8B4-D930-232385DC4D0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31482257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1F3C6A-ABC4-3ECF-D06E-D53A1305A91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9B4E983-8AE9-F348-10CE-B43F14BCC7B3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E90223F-7278-E35A-413C-B39350DFFF5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BD4CA54-F499-A1BD-A8A8-72AB83F812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B92F0E2-F974-9DC2-A979-51E9546E435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069D133-6997-9A2A-FE2E-478A7EDBE3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2232838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5BBD6B-5445-AE60-2060-43AAD5EAF30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7DEFD9B-7A92-9A44-46E4-A672F64C262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6A47392A-748B-CA1F-94F5-B37CF4591B4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B09CB92A-C7EF-4D27-0902-2A80556B6B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1037469F-6616-21F8-7099-C21D3504B50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906B26E-1A46-B947-6456-A4016BCC39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21880595-419F-5FB9-2138-BAEC520E79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1467FF0A-8FB2-9DA7-111D-03ACB34998C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2166389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D9E9C6D-F111-57F8-A100-310B00E6657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756C75B-7E09-9318-D708-C023DA435D7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D6F60C2-25FF-B55F-FDCF-F34248A77DC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8899E92-BBBE-BC37-FBA9-2445BBE773F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363240136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B6DBFDB-2435-0FC5-7B53-E27F0E5126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0036513-E490-322B-9511-CC71943AF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D832B0C-0517-6E7D-4C52-0B4F645A87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80102289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853A348-36CA-051C-8A90-BFED5311059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A2BF018-1C26-3C4E-616A-DF4D54CCA3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B88158B-8D08-70E9-E1E3-90344AA5B89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DA18C33-164D-6C22-2C43-8FF5C11390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4245922-4A24-E596-AA38-7987BCC9C9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4EC8A4-B994-A19C-25AF-DFEF111AC0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700689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B12AEB9-5811-FC1B-89BE-CBC71FD4761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D78669-F705-1C73-7FC5-FB869A0C0A3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C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57A3C70-8E8C-22FA-D82D-B734829558D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1C4B7B5-D03A-1D5F-CACC-CB030D8B5B3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6D58C6-17FD-7EF6-D1B3-59363003A46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2E66ED5-D03A-ADD2-DFAF-EF6D9987604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41168956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32BA6DC-311C-1A7E-9775-05712EE9F7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B522B822-27D0-480B-98CB-0B0E5028B77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A95CFB2-8031-96D6-2C14-A7647DDB6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EAFEEB5-6450-4B2F-69E3-1AD5A7FDD28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8C9B856-693E-C993-7D81-E942BF0401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7450619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3C3A8EAF-6CFA-5DAA-39EA-B3A82CA9A0F6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E2BD549-8CAA-E0FA-D476-6DBD9C8D6079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DF91D4E-0FA0-0FE5-C003-EC737C26A09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ACEFBA-0D57-B5E9-3164-DC4AA5D4826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C5681-5A63-420B-8DCD-6B44AD5D78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102197805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C4E3BF81-C248-7A6F-8652-F6CF36B76D5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C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599EA38-C289-459F-FCB2-4C74414F645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C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18D7939-4AC4-0A56-C086-9E9430EB3CA3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C379D92-30FD-6C4E-AB5F-4FC4EF793889}" type="datetimeFigureOut">
              <a:rPr lang="en-CN" smtClean="0"/>
              <a:t>01/20/2026</a:t>
            </a:fld>
            <a:endParaRPr lang="en-C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67E3EDF-082E-29DF-28F6-AAC03974113D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C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BFC09F-97BF-0190-2FDA-6E307E27030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939BA74-4E05-124A-ACAA-A869CA690C0C}" type="slidenum">
              <a:rPr lang="en-CN" smtClean="0"/>
              <a:t>‹#›</a:t>
            </a:fld>
            <a:endParaRPr lang="en-CN"/>
          </a:p>
        </p:txBody>
      </p:sp>
    </p:spTree>
    <p:extLst>
      <p:ext uri="{BB962C8B-B14F-4D97-AF65-F5344CB8AC3E}">
        <p14:creationId xmlns:p14="http://schemas.microsoft.com/office/powerpoint/2010/main" val="298302416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9AD2FD9-FC9F-FB2C-E962-D9FED2A966CD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Awesome-Agent-Papers</a:t>
            </a:r>
            <a:endParaRPr lang="en-CN" dirty="0"/>
          </a:p>
        </p:txBody>
      </p:sp>
    </p:spTree>
    <p:extLst>
      <p:ext uri="{BB962C8B-B14F-4D97-AF65-F5344CB8AC3E}">
        <p14:creationId xmlns:p14="http://schemas.microsoft.com/office/powerpoint/2010/main" val="310407573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717158-30A2-0405-C6CB-A22AC5B0FA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Foam - Agent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344191-8C2C-D8E7-1258-7EA17052630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The paper presents Foam - Agent, a multi - agent framework automating CFD workflows from natural language. It features unique retrieval, file - generation and error - correction systems, lowering expertise barriers.</a:t>
            </a:r>
            <a:endParaRPr lang="en-CN" dirty="0"/>
          </a:p>
        </p:txBody>
      </p:sp>
      <p:sp>
        <p:nvSpPr>
          <p:cNvPr id="4" name="TextBox 3"/>
          <p:cNvSpPr txBox="1"/>
          <p:nvPr/>
        </p:nvSpPr>
        <p:spPr>
          <a:xfrm>
            <a:off x="1981200" y="61264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989596"/>
                </a:solidFill>
                <a:latin typeface="Arial"/>
              </a:rPr>
              <a:t>Foam-Agent: Towards Automated Intelligent CFD Workflows</a:t>
            </a:r>
          </a:p>
        </p:txBody>
      </p:sp>
    </p:spTree>
    <p:extLst>
      <p:ext uri="{BB962C8B-B14F-4D97-AF65-F5344CB8AC3E}">
        <p14:creationId xmlns:p14="http://schemas.microsoft.com/office/powerpoint/2010/main" val="37336143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6F2AE8B-A537-133C-1921-52C05441F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0694C14-7040-4644-FC3F-E34279CAD82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r>
              <a:rPr lang="en-US" dirty="0"/>
              <a:t>, a method for prompting large language models in a way that enables them to both reason about problems as well as operate by producing predefined actions which have external effects (e.g. interact with a </a:t>
            </a:r>
            <a:r>
              <a:rPr lang="en-US" dirty="0" err="1"/>
              <a:t>wikipedia</a:t>
            </a:r>
            <a:r>
              <a:rPr lang="en-US" dirty="0"/>
              <a:t> API, or take some action in some simulated text-based environment). </a:t>
            </a:r>
            <a:endParaRPr lang="en-CN" dirty="0"/>
          </a:p>
        </p:txBody>
      </p:sp>
      <p:sp>
        <p:nvSpPr>
          <p:cNvPr id="4" name="TextBox 3"/>
          <p:cNvSpPr txBox="1"/>
          <p:nvPr/>
        </p:nvSpPr>
        <p:spPr>
          <a:xfrm>
            <a:off x="1981200" y="61264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989596"/>
                </a:solidFill>
                <a:latin typeface="Arial"/>
              </a:rPr>
              <a:t>ReAct: Synergizing Reasoning and Acting in Language Models</a:t>
            </a:r>
          </a:p>
        </p:txBody>
      </p:sp>
    </p:spTree>
    <p:extLst>
      <p:ext uri="{BB962C8B-B14F-4D97-AF65-F5344CB8AC3E}">
        <p14:creationId xmlns:p14="http://schemas.microsoft.com/office/powerpoint/2010/main" val="134417470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6750B49-4D7F-52FD-1A0F-4CB538B83FC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571A92-D33E-B703-5204-842C38DF45C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ReAct</a:t>
            </a:r>
            <a:endParaRPr lang="en-CN" dirty="0"/>
          </a:p>
        </p:txBody>
      </p:sp>
      <p:pic>
        <p:nvPicPr>
          <p:cNvPr id="8" name="Content Placeholder 7" descr="A screenshot of a computer program&#10;&#10;AI-generated content may be incorrect.">
            <a:extLst>
              <a:ext uri="{FF2B5EF4-FFF2-40B4-BE49-F238E27FC236}">
                <a16:creationId xmlns:a16="http://schemas.microsoft.com/office/drawing/2014/main" id="{ED9C926A-BE8B-CC95-80B3-3CFDF17E9EC5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3927390" y="98854"/>
            <a:ext cx="6872416" cy="5923994"/>
          </a:xfrm>
        </p:spPr>
      </p:pic>
      <p:sp>
        <p:nvSpPr>
          <p:cNvPr id="9" name="TextBox 8"/>
          <p:cNvSpPr txBox="1"/>
          <p:nvPr/>
        </p:nvSpPr>
        <p:spPr>
          <a:xfrm>
            <a:off x="1981200" y="61264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989596"/>
                </a:solidFill>
                <a:latin typeface="Arial"/>
              </a:rPr>
              <a:t>ReAct: Synergizing Reasoning and Acting in Language Models</a:t>
            </a:r>
          </a:p>
        </p:txBody>
      </p:sp>
    </p:spTree>
    <p:extLst>
      <p:ext uri="{BB962C8B-B14F-4D97-AF65-F5344CB8AC3E}">
        <p14:creationId xmlns:p14="http://schemas.microsoft.com/office/powerpoint/2010/main" val="96707722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09CECD-5FC8-C60B-55A7-C2684BE2296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MAST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3520A-C15D-724D-1EB4-12C02E7035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Presents MAST, a taxonomy for MAS failures. Develops an LLM-as-a-Judge pipeline, and </a:t>
            </a:r>
            <a:r>
              <a:rPr lang="en-US" dirty="0" err="1"/>
              <a:t>opensources</a:t>
            </a:r>
            <a:r>
              <a:rPr lang="en-US" dirty="0"/>
              <a:t> data to guide MAS development.</a:t>
            </a:r>
            <a:endParaRPr lang="en-CN" dirty="0"/>
          </a:p>
        </p:txBody>
      </p:sp>
      <p:sp>
        <p:nvSpPr>
          <p:cNvPr id="4" name="TextBox 3"/>
          <p:cNvSpPr txBox="1"/>
          <p:nvPr/>
        </p:nvSpPr>
        <p:spPr>
          <a:xfrm>
            <a:off x="1981200" y="61264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989596"/>
                </a:solidFill>
                <a:latin typeface="Arial"/>
              </a:rPr>
              <a:t>Why Do Multi-Agent LLM Systems Fail?</a:t>
            </a:r>
          </a:p>
        </p:txBody>
      </p:sp>
    </p:spTree>
    <p:extLst>
      <p:ext uri="{BB962C8B-B14F-4D97-AF65-F5344CB8AC3E}">
        <p14:creationId xmlns:p14="http://schemas.microsoft.com/office/powerpoint/2010/main" val="296384840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4A205F-AD10-9A84-A67A-A406298CC1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MultiAgentBench</a:t>
            </a:r>
            <a:endParaRPr lang="en-C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998EF72-91A5-D6A3-1D04-A4AF6A0076B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Introduces </a:t>
            </a:r>
            <a:r>
              <a:rPr lang="en-US" dirty="0" err="1"/>
              <a:t>MultiAgentBench</a:t>
            </a:r>
            <a:r>
              <a:rPr lang="en-US" dirty="0"/>
              <a:t> to evaluate LLM - based multi - agent systems. Assesses collaboration and competition, evaluates protocols and strategies, code &amp; data open - sourced.</a:t>
            </a:r>
            <a:endParaRPr lang="en-CN" dirty="0"/>
          </a:p>
        </p:txBody>
      </p:sp>
      <p:sp>
        <p:nvSpPr>
          <p:cNvPr id="4" name="TextBox 3"/>
          <p:cNvSpPr txBox="1"/>
          <p:nvPr/>
        </p:nvSpPr>
        <p:spPr>
          <a:xfrm>
            <a:off x="1981200" y="61264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600" b="0">
                <a:solidFill>
                  <a:srgbClr val="989596"/>
                </a:solidFill>
                <a:latin typeface="Arial"/>
              </a:rPr>
              <a:t>MultiAgentBench : Evaluating the Collaboration and Competition of LLM agents</a:t>
            </a:r>
          </a:p>
        </p:txBody>
      </p:sp>
    </p:spTree>
    <p:extLst>
      <p:ext uri="{BB962C8B-B14F-4D97-AF65-F5344CB8AC3E}">
        <p14:creationId xmlns:p14="http://schemas.microsoft.com/office/powerpoint/2010/main" val="1577728344"/>
      </p:ext>
    </p:extLst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Reference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/>
            <a:r>
              <a:t>Foam-Agent: Towards Automated Intelligent CFD Workflows</a:t>
            </a:r>
          </a:p>
          <a:p>
            <a:pPr/>
            <a:r>
              <a:t>ReAct: Synergizing Reasoning and Acting in Language Models</a:t>
            </a:r>
          </a:p>
          <a:p>
            <a:pPr/>
            <a:r>
              <a:t>Why Do Multi-Agent LLM Systems Fail?</a:t>
            </a:r>
          </a:p>
          <a:p>
            <a:pPr/>
            <a:r>
              <a:t>MultiAgentBench : Evaluating the Collaboration and Competition of LLM agents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191</Words>
  <Application>Microsoft Office PowerPoint</Application>
  <PresentationFormat>宽屏</PresentationFormat>
  <Paragraphs>15</Paragraphs>
  <Slides>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1" baseType="lpstr">
      <vt:lpstr>Aptos</vt:lpstr>
      <vt:lpstr>Aptos Display</vt:lpstr>
      <vt:lpstr>Lucida Grande</vt:lpstr>
      <vt:lpstr>Arial</vt:lpstr>
      <vt:lpstr>Office Theme</vt:lpstr>
      <vt:lpstr>Awesome-Agent-Papers</vt:lpstr>
      <vt:lpstr>Foam - Agent</vt:lpstr>
      <vt:lpstr>ReAct</vt:lpstr>
      <vt:lpstr>ReAct</vt:lpstr>
      <vt:lpstr>MAST</vt:lpstr>
      <vt:lpstr>MultiAgentBench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Awesome-Agent-Papers</dc:title>
  <dc:creator>t38810</dc:creator>
  <cp:lastModifiedBy>Chen Jierun</cp:lastModifiedBy>
  <cp:revision>12</cp:revision>
  <dcterms:created xsi:type="dcterms:W3CDTF">2026-01-19T15:38:28Z</dcterms:created>
  <dcterms:modified xsi:type="dcterms:W3CDTF">2026-01-20T08:37:57Z</dcterms:modified>
</cp:coreProperties>
</file>