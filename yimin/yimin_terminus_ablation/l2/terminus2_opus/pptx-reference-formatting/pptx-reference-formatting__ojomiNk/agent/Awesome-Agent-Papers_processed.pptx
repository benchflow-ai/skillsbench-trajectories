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096000" y="6058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096000" y="6058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096000" y="6058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2096000" y="6058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749120" y="6058000"/>
            <a:ext cx="86937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192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200000"/>
            <a:ext cx="11192000" cy="53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latin typeface="Arial"/>
              </a:defRPr>
            </a:pPr>
            <a:r>
              <a:t>1. Foam-Agent: Towards Automated Intelligent CFD Workflows</a:t>
            </a:r>
          </a:p>
          <a:p>
            <a:pPr>
              <a:spcAft>
                <a:spcPts val="1200"/>
              </a:spcAft>
              <a:defRPr sz="1800" b="0">
                <a:latin typeface="Arial"/>
              </a:defRPr>
            </a:pPr>
            <a:r>
              <a:t>2. ReAct: Synergizing Reasoning and Acting in Language Models</a:t>
            </a:r>
          </a:p>
          <a:p>
            <a:pPr>
              <a:spcAft>
                <a:spcPts val="1200"/>
              </a:spcAft>
              <a:defRPr sz="1800" b="0">
                <a:latin typeface="Arial"/>
              </a:defRPr>
            </a:pPr>
            <a:r>
              <a:t>3. Why Do Multi-Agent LLM Systems Fail?</a:t>
            </a:r>
          </a:p>
          <a:p>
            <a:pPr>
              <a:spcAft>
                <a:spcPts val="1200"/>
              </a:spcAft>
              <a:defRPr sz="1800" b="0">
                <a:latin typeface="Arial"/>
              </a:defRPr>
            </a:pPr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