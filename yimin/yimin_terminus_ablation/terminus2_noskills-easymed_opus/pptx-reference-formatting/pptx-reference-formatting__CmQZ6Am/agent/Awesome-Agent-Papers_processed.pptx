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182880" y="6217920"/>
            <a:ext cx="1182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182880" y="6217920"/>
            <a:ext cx="1182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182880" y="6217920"/>
            <a:ext cx="1182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182880" y="6217920"/>
            <a:ext cx="1182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82880" y="6217920"/>
            <a:ext cx="1182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1. Foam-Agent: Towards Automated Intelligent CFD Workflows</a:t>
            </a:r>
          </a:p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2. ReAct: Synergizing Reasoning and Acting in Language Models</a:t>
            </a:r>
          </a:p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3. Why Do Multi-Agent LLM Systems Fail?</a:t>
            </a:r>
          </a:p>
          <a:p>
            <a:pPr algn="l"/>
            <a:r>
              <a:rPr sz="1400">
                <a:solidFill>
                  <a:srgbClr val="000000"/>
                </a:solidFill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